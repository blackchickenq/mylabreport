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4"/>
  </p:notesMasterIdLst>
  <p:sldIdLst>
    <p:sldId id="492" r:id="rId3"/>
    <p:sldId id="493" r:id="rId4"/>
    <p:sldId id="494" r:id="rId5"/>
    <p:sldId id="495" r:id="rId6"/>
    <p:sldId id="496" r:id="rId7"/>
    <p:sldId id="497" r:id="rId8"/>
    <p:sldId id="499" r:id="rId9"/>
    <p:sldId id="500" r:id="rId10"/>
    <p:sldId id="498" r:id="rId11"/>
    <p:sldId id="501" r:id="rId12"/>
    <p:sldId id="502" r:id="rId13"/>
  </p:sldIdLst>
  <p:sldSz cx="9144000" cy="6858000" type="screen4x3"/>
  <p:notesSz cx="6858000" cy="9144000"/>
  <p:custDataLst>
    <p:tags r:id="rId18"/>
  </p:custDataLst>
  <p:defaultTextStyle>
    <a:defPPr>
      <a:defRPr lang="zh-CN"/>
    </a:defPPr>
    <a:lvl1pPr algn="l" rtl="0" fontAlgn="base">
      <a:spcBef>
        <a:spcPct val="0"/>
      </a:spcBef>
      <a:spcAft>
        <a:spcPct val="0"/>
      </a:spcAft>
      <a:defRPr kern="1200" baseline="-250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baseline="-250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baseline="-250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baseline="-250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baseline="-250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baseline="-250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baseline="-250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baseline="-250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baseline="-250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2C03FB"/>
    <a:srgbClr val="0066FF"/>
    <a:srgbClr val="33CC33"/>
    <a:srgbClr val="00FFFF"/>
    <a:srgbClr val="FF99FF"/>
    <a:srgbClr val="003399"/>
    <a:srgbClr val="66FF33"/>
    <a:srgbClr val="FFFF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74" autoAdjust="0"/>
    <p:restoredTop sz="94660"/>
  </p:normalViewPr>
  <p:slideViewPr>
    <p:cSldViewPr showGuides="1">
      <p:cViewPr>
        <p:scale>
          <a:sx n="77" d="100"/>
          <a:sy n="77" d="100"/>
        </p:scale>
        <p:origin x="-1998" y="-79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gs" Target="tags/tag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notesMaster" Target="notesMasters/notesMaster1.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p:nvPr>
        </p:nvSpPr>
        <p:spPr bwMode="auto">
          <a:xfrm>
            <a:off x="0" y="0"/>
            <a:ext cx="2970213" cy="457200"/>
          </a:xfrm>
          <a:prstGeom prst="rect">
            <a:avLst/>
          </a:prstGeom>
          <a:noFill/>
          <a:ln w="9525">
            <a:noFill/>
            <a:miter lim="800000"/>
          </a:ln>
        </p:spPr>
        <p:txBody>
          <a:bodyPr vert="horz" wrap="square" lIns="91440" tIns="45720" rIns="91440" bIns="45720" numCol="1" anchor="t" anchorCtr="0" compatLnSpc="1"/>
          <a:lstStyle>
            <a:lvl1pPr>
              <a:defRPr sz="1200" smtClean="0">
                <a:latin typeface="Arial" panose="020B0604020202020204" pitchFamily="34" charset="0"/>
              </a:defRPr>
            </a:lvl1pPr>
          </a:lstStyle>
          <a:p>
            <a:pPr>
              <a:defRPr/>
            </a:pPr>
            <a:endParaRPr lang="zh-CN" altLang="en-US"/>
          </a:p>
        </p:txBody>
      </p:sp>
      <p:sp>
        <p:nvSpPr>
          <p:cNvPr id="2051" name="日期占位符 2"/>
          <p:cNvSpPr>
            <a:spLocks noGrp="1" noChangeArrowheads="1"/>
          </p:cNvSpPr>
          <p:nvPr>
            <p:ph type="dt" idx="1"/>
          </p:nvPr>
        </p:nvSpPr>
        <p:spPr bwMode="auto">
          <a:xfrm>
            <a:off x="3883025" y="0"/>
            <a:ext cx="2973388" cy="457200"/>
          </a:xfrm>
          <a:prstGeom prst="rect">
            <a:avLst/>
          </a:prstGeom>
          <a:noFill/>
          <a:ln w="9525">
            <a:noFill/>
            <a:miter lim="800000"/>
          </a:ln>
        </p:spPr>
        <p:txBody>
          <a:bodyPr vert="horz" wrap="square" lIns="91440" tIns="45720" rIns="91440" bIns="45720" numCol="1" anchor="t" anchorCtr="0" compatLnSpc="1"/>
          <a:lstStyle>
            <a:lvl1pPr algn="r">
              <a:defRPr sz="1200" smtClean="0">
                <a:latin typeface="Arial" panose="020B0604020202020204" pitchFamily="34" charset="0"/>
              </a:defRPr>
            </a:lvl1pPr>
          </a:lstStyle>
          <a:p>
            <a:pPr>
              <a:defRPr/>
            </a:pPr>
            <a:fld id="{250697F6-173F-4907-8E1F-6A4A7DCD3E53}" type="datetimeFigureOut">
              <a:rPr lang="zh-CN" altLang="en-US"/>
            </a:fld>
            <a:endParaRPr lang="en-US" altLang="zh-CN"/>
          </a:p>
        </p:txBody>
      </p:sp>
      <p:sp>
        <p:nvSpPr>
          <p:cNvPr id="45060" name="幻灯片图像占位符 3"/>
          <p:cNvSpPr>
            <a:spLocks noGrp="1" noRot="1" noChangeAspect="1" noChangeArrowheads="1"/>
          </p:cNvSpPr>
          <p:nvPr>
            <p:ph type="sldImg" idx="2"/>
          </p:nvPr>
        </p:nvSpPr>
        <p:spPr bwMode="auto">
          <a:xfrm>
            <a:off x="1143000" y="685800"/>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备注占位符 4"/>
          <p:cNvSpPr>
            <a:spLocks noGrp="1" noChangeArrowheads="1"/>
          </p:cNvSpPr>
          <p:nvPr>
            <p:ph type="body" sz="quarter" idx="3"/>
          </p:nvPr>
        </p:nvSpPr>
        <p:spPr bwMode="auto">
          <a:xfrm>
            <a:off x="685800" y="4343400"/>
            <a:ext cx="5486400" cy="4114800"/>
          </a:xfrm>
          <a:prstGeom prst="rect">
            <a:avLst/>
          </a:prstGeom>
          <a:noFill/>
          <a:ln w="9525">
            <a:noFill/>
            <a:miter lim="800000"/>
          </a:ln>
        </p:spPr>
        <p:txBody>
          <a:bodyPr vert="horz" wrap="square" lIns="91440" tIns="45720" rIns="91440" bIns="45720" numCol="1" anchor="ctr"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2054" name="页脚占位符 5"/>
          <p:cNvSpPr>
            <a:spLocks noGrp="1" noChangeArrowheads="1"/>
          </p:cNvSpPr>
          <p:nvPr>
            <p:ph type="ftr" sz="quarter" idx="4"/>
          </p:nvPr>
        </p:nvSpPr>
        <p:spPr bwMode="auto">
          <a:xfrm>
            <a:off x="0" y="8685213"/>
            <a:ext cx="2970213" cy="457200"/>
          </a:xfrm>
          <a:prstGeom prst="rect">
            <a:avLst/>
          </a:prstGeom>
          <a:noFill/>
          <a:ln w="9525">
            <a:noFill/>
            <a:miter lim="800000"/>
          </a:ln>
        </p:spPr>
        <p:txBody>
          <a:bodyPr vert="horz" wrap="square" lIns="91440" tIns="45720" rIns="91440" bIns="45720" numCol="1" anchor="b" anchorCtr="0" compatLnSpc="1"/>
          <a:lstStyle>
            <a:lvl1pPr>
              <a:defRPr sz="1200" smtClean="0">
                <a:latin typeface="Arial" panose="020B0604020202020204" pitchFamily="34" charset="0"/>
              </a:defRPr>
            </a:lvl1pPr>
          </a:lstStyle>
          <a:p>
            <a:pPr>
              <a:defRPr/>
            </a:pPr>
            <a:endParaRPr lang="zh-CN" altLang="en-US"/>
          </a:p>
        </p:txBody>
      </p:sp>
      <p:sp>
        <p:nvSpPr>
          <p:cNvPr id="2055" name="灯片编号占位符 6"/>
          <p:cNvSpPr>
            <a:spLocks noGrp="1" noChangeArrowheads="1"/>
          </p:cNvSpPr>
          <p:nvPr>
            <p:ph type="sldNum" sz="quarter" idx="5"/>
          </p:nvPr>
        </p:nvSpPr>
        <p:spPr bwMode="auto">
          <a:xfrm>
            <a:off x="3883025" y="8685213"/>
            <a:ext cx="2973388" cy="457200"/>
          </a:xfrm>
          <a:prstGeom prst="rect">
            <a:avLst/>
          </a:prstGeom>
          <a:noFill/>
          <a:ln w="9525">
            <a:noFill/>
            <a:miter lim="800000"/>
          </a:ln>
        </p:spPr>
        <p:txBody>
          <a:bodyPr vert="horz" wrap="square" lIns="91440" tIns="45720" rIns="91440" bIns="45720" numCol="1" anchor="b" anchorCtr="0" compatLnSpc="1"/>
          <a:lstStyle>
            <a:lvl1pPr algn="r">
              <a:defRPr sz="1200" smtClean="0">
                <a:latin typeface="Arial" panose="020B0604020202020204" pitchFamily="34" charset="0"/>
              </a:defRPr>
            </a:lvl1pPr>
          </a:lstStyle>
          <a:p>
            <a:pPr>
              <a:defRPr/>
            </a:pPr>
            <a:fld id="{027A0B3A-CBE6-4851-A53D-4B4CBF114D67}"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lstStyle>
          <a:p>
            <a:r>
              <a:rPr kumimoji="0" lang="en-US" altLang="zh-CN"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135"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ltLang="zh-CN"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lstStyle>
          <a:p>
            <a:pPr>
              <a:defRPr/>
            </a:pPr>
            <a:fld id="{1501A26F-E9E9-42C6-9C8E-36205DDA9A33}" type="datetime1">
              <a:rPr lang="zh-CN" altLang="en-US" smtClean="0"/>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lstStyle>
          <a:p>
            <a:r>
              <a:rPr lang="en-US" altLang="zh-CN" smtClean="0"/>
              <a:t>Lecture 1</a:t>
            </a:r>
            <a:endParaRPr lang="en-US" altLang="zh-CN"/>
          </a:p>
        </p:txBody>
      </p:sp>
      <p:sp>
        <p:nvSpPr>
          <p:cNvPr id="27" name="Slide Number Placeholder 26"/>
          <p:cNvSpPr>
            <a:spLocks noGrp="1"/>
          </p:cNvSpPr>
          <p:nvPr>
            <p:ph type="sldNum" sz="quarter" idx="12"/>
          </p:nvPr>
        </p:nvSpPr>
        <p:spPr/>
        <p:txBody>
          <a:bodyPr/>
          <a:lstStyle>
            <a:lvl1pPr>
              <a:defRPr>
                <a:solidFill>
                  <a:srgbClr val="FFFFFF"/>
                </a:solidFill>
              </a:defRPr>
            </a:lvl1pPr>
          </a:lstStyle>
          <a:p>
            <a:pPr>
              <a:defRPr/>
            </a:pPr>
            <a:fld id="{7C93F2F6-B200-4836-9340-136DE7987878}"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ltLang="zh-CN" smtClean="0"/>
              <a:t>Click to edit Master text styles</a:t>
            </a:r>
            <a:endParaRPr lang="en-US" altLang="zh-CN" smtClean="0"/>
          </a:p>
          <a:p>
            <a:pPr lvl="1" eaLnBrk="1" latinLnBrk="0" hangingPunct="1"/>
            <a:r>
              <a:rPr lang="en-US" altLang="zh-CN" smtClean="0"/>
              <a:t>Second level</a:t>
            </a:r>
            <a:endParaRPr lang="en-US" altLang="zh-CN" smtClean="0"/>
          </a:p>
          <a:p>
            <a:pPr lvl="2" eaLnBrk="1" latinLnBrk="0" hangingPunct="1"/>
            <a:r>
              <a:rPr lang="en-US" altLang="zh-CN" smtClean="0"/>
              <a:t>Third level</a:t>
            </a:r>
            <a:endParaRPr lang="en-US" altLang="zh-CN" smtClean="0"/>
          </a:p>
          <a:p>
            <a:pPr lvl="3" eaLnBrk="1" latinLnBrk="0" hangingPunct="1"/>
            <a:r>
              <a:rPr lang="en-US" altLang="zh-CN" smtClean="0"/>
              <a:t>Fourth level</a:t>
            </a:r>
            <a:endParaRPr lang="en-US" altLang="zh-CN" smtClean="0"/>
          </a:p>
          <a:p>
            <a:pPr lvl="4" eaLnBrk="1" latinLnBrk="0" hangingPunct="1"/>
            <a:r>
              <a:rPr lang="en-US" altLang="zh-CN" smtClean="0"/>
              <a:t>Fifth level</a:t>
            </a:r>
            <a:endParaRPr kumimoji="0" lang="en-US"/>
          </a:p>
        </p:txBody>
      </p:sp>
      <p:sp>
        <p:nvSpPr>
          <p:cNvPr id="4" name="Date Placeholder 3"/>
          <p:cNvSpPr>
            <a:spLocks noGrp="1"/>
          </p:cNvSpPr>
          <p:nvPr>
            <p:ph type="dt" sz="half" idx="10"/>
          </p:nvPr>
        </p:nvSpPr>
        <p:spPr/>
        <p:txBody>
          <a:bodyPr/>
          <a:lstStyle/>
          <a:p>
            <a:pPr>
              <a:defRPr/>
            </a:pPr>
            <a:fld id="{DEEE2FF0-5169-45E6-A93D-D1F642771312}" type="datetime1">
              <a:rPr lang="zh-CN" altLang="en-US" smtClean="0"/>
            </a:fld>
            <a:endParaRPr lang="en-US"/>
          </a:p>
        </p:txBody>
      </p:sp>
      <p:sp>
        <p:nvSpPr>
          <p:cNvPr id="5" name="Footer Placeholder 4"/>
          <p:cNvSpPr>
            <a:spLocks noGrp="1"/>
          </p:cNvSpPr>
          <p:nvPr>
            <p:ph type="ftr" sz="quarter" idx="11"/>
          </p:nvPr>
        </p:nvSpPr>
        <p:spPr/>
        <p:txBody>
          <a:bodyPr/>
          <a:lstStyle/>
          <a:p>
            <a:r>
              <a:rPr lang="en-US" altLang="zh-CN" smtClean="0"/>
              <a:t>Lecture 1</a:t>
            </a:r>
            <a:endParaRPr lang="en-US" altLang="zh-CN"/>
          </a:p>
        </p:txBody>
      </p:sp>
      <p:sp>
        <p:nvSpPr>
          <p:cNvPr id="6" name="Slide Number Placeholder 5"/>
          <p:cNvSpPr>
            <a:spLocks noGrp="1"/>
          </p:cNvSpPr>
          <p:nvPr>
            <p:ph type="sldNum" sz="quarter" idx="12"/>
          </p:nvPr>
        </p:nvSpPr>
        <p:spPr/>
        <p:txBody>
          <a:bodyPr/>
          <a:lstStyle/>
          <a:p>
            <a:pPr>
              <a:defRPr/>
            </a:pPr>
            <a:fld id="{7C93F2F6-B200-4836-9340-136DE7987878}" type="slidenum">
              <a:rPr lang="en-US" smtClean="0"/>
            </a:fld>
            <a:endParaRPr lang="en-US"/>
          </a:p>
        </p:txBody>
      </p:sp>
      <p:sp>
        <p:nvSpPr>
          <p:cNvPr id="7" name="Title 6"/>
          <p:cNvSpPr>
            <a:spLocks noGrp="1"/>
          </p:cNvSpPr>
          <p:nvPr>
            <p:ph type="title"/>
          </p:nvPr>
        </p:nvSpPr>
        <p:spPr/>
        <p:txBody>
          <a:bodyPr rtlCol="0"/>
          <a:lstStyle/>
          <a:p>
            <a:r>
              <a:rPr kumimoji="0" lang="en-US" altLang="zh-CN"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lstStyle>
          <a:p>
            <a:r>
              <a:rPr kumimoji="0" lang="en-US" altLang="zh-CN"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ltLang="zh-CN" smtClean="0"/>
              <a:t>Click to edit Master text styles</a:t>
            </a:r>
            <a:endParaRPr kumimoji="0" lang="en-US" altLang="zh-CN" smtClean="0"/>
          </a:p>
        </p:txBody>
      </p:sp>
      <p:sp>
        <p:nvSpPr>
          <p:cNvPr id="4" name="Date Placeholder 3"/>
          <p:cNvSpPr>
            <a:spLocks noGrp="1"/>
          </p:cNvSpPr>
          <p:nvPr>
            <p:ph type="dt" sz="half" idx="10"/>
          </p:nvPr>
        </p:nvSpPr>
        <p:spPr/>
        <p:txBody>
          <a:bodyPr/>
          <a:lstStyle/>
          <a:p>
            <a:pPr>
              <a:defRPr/>
            </a:pPr>
            <a:fld id="{939043CD-98A1-4109-9E08-03CB892C1BFE}" type="datetime1">
              <a:rPr lang="zh-CN" altLang="en-US" smtClean="0"/>
            </a:fld>
            <a:endParaRPr lang="en-US"/>
          </a:p>
        </p:txBody>
      </p:sp>
      <p:sp>
        <p:nvSpPr>
          <p:cNvPr id="5" name="Footer Placeholder 4"/>
          <p:cNvSpPr>
            <a:spLocks noGrp="1"/>
          </p:cNvSpPr>
          <p:nvPr>
            <p:ph type="ftr" sz="quarter" idx="11"/>
          </p:nvPr>
        </p:nvSpPr>
        <p:spPr/>
        <p:txBody>
          <a:bodyPr/>
          <a:lstStyle/>
          <a:p>
            <a:r>
              <a:rPr lang="en-US" altLang="zh-CN" smtClean="0"/>
              <a:t>Lecture 1</a:t>
            </a:r>
            <a:endParaRPr lang="en-US" altLang="zh-CN"/>
          </a:p>
        </p:txBody>
      </p:sp>
      <p:sp>
        <p:nvSpPr>
          <p:cNvPr id="6" name="Slide Number Placeholder 5"/>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ltLang="zh-CN" smtClean="0"/>
              <a:t>Click to edit Master text styles</a:t>
            </a:r>
            <a:endParaRPr lang="en-US" altLang="zh-CN" smtClean="0"/>
          </a:p>
          <a:p>
            <a:pPr lvl="1" eaLnBrk="1" latinLnBrk="0" hangingPunct="1"/>
            <a:r>
              <a:rPr lang="en-US" altLang="zh-CN" smtClean="0"/>
              <a:t>Second level</a:t>
            </a:r>
            <a:endParaRPr lang="en-US" altLang="zh-CN" smtClean="0"/>
          </a:p>
          <a:p>
            <a:pPr lvl="2" eaLnBrk="1" latinLnBrk="0" hangingPunct="1"/>
            <a:r>
              <a:rPr lang="en-US" altLang="zh-CN" smtClean="0"/>
              <a:t>Third level</a:t>
            </a:r>
            <a:endParaRPr lang="en-US" altLang="zh-CN" smtClean="0"/>
          </a:p>
          <a:p>
            <a:pPr lvl="3" eaLnBrk="1" latinLnBrk="0" hangingPunct="1"/>
            <a:r>
              <a:rPr lang="en-US" altLang="zh-CN" smtClean="0"/>
              <a:t>Fourth level</a:t>
            </a:r>
            <a:endParaRPr lang="en-US" altLang="zh-CN" smtClean="0"/>
          </a:p>
          <a:p>
            <a:pPr lvl="4" eaLnBrk="1" latinLnBrk="0" hangingPunct="1"/>
            <a:r>
              <a:rPr lang="en-US" altLang="zh-CN"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ltLang="zh-CN" smtClean="0"/>
              <a:t>Click to edit Master text styles</a:t>
            </a:r>
            <a:endParaRPr lang="en-US" altLang="zh-CN" smtClean="0"/>
          </a:p>
          <a:p>
            <a:pPr lvl="1" eaLnBrk="1" latinLnBrk="0" hangingPunct="1"/>
            <a:r>
              <a:rPr lang="en-US" altLang="zh-CN" smtClean="0"/>
              <a:t>Second level</a:t>
            </a:r>
            <a:endParaRPr lang="en-US" altLang="zh-CN" smtClean="0"/>
          </a:p>
          <a:p>
            <a:pPr lvl="2" eaLnBrk="1" latinLnBrk="0" hangingPunct="1"/>
            <a:r>
              <a:rPr lang="en-US" altLang="zh-CN" smtClean="0"/>
              <a:t>Third level</a:t>
            </a:r>
            <a:endParaRPr lang="en-US" altLang="zh-CN" smtClean="0"/>
          </a:p>
          <a:p>
            <a:pPr lvl="3" eaLnBrk="1" latinLnBrk="0" hangingPunct="1"/>
            <a:r>
              <a:rPr lang="en-US" altLang="zh-CN" smtClean="0"/>
              <a:t>Fourth level</a:t>
            </a:r>
            <a:endParaRPr lang="en-US" altLang="zh-CN" smtClean="0"/>
          </a:p>
          <a:p>
            <a:pPr lvl="4" eaLnBrk="1" latinLnBrk="0" hangingPunct="1"/>
            <a:r>
              <a:rPr lang="en-US" altLang="zh-CN" smtClean="0"/>
              <a:t>Fifth level</a:t>
            </a:r>
            <a:endParaRPr kumimoji="0" lang="en-US"/>
          </a:p>
        </p:txBody>
      </p:sp>
      <p:sp>
        <p:nvSpPr>
          <p:cNvPr id="5" name="Date Placeholder 4"/>
          <p:cNvSpPr>
            <a:spLocks noGrp="1"/>
          </p:cNvSpPr>
          <p:nvPr>
            <p:ph type="dt" sz="half" idx="10"/>
          </p:nvPr>
        </p:nvSpPr>
        <p:spPr/>
        <p:txBody>
          <a:bodyPr/>
          <a:lstStyle/>
          <a:p>
            <a:pPr>
              <a:defRPr/>
            </a:pPr>
            <a:fld id="{7B5138F1-6AB5-427F-885D-A4F14B8010D7}" type="datetime1">
              <a:rPr lang="zh-CN" altLang="en-US" smtClean="0"/>
            </a:fld>
            <a:endParaRPr lang="en-US"/>
          </a:p>
        </p:txBody>
      </p:sp>
      <p:sp>
        <p:nvSpPr>
          <p:cNvPr id="6" name="Footer Placeholder 5"/>
          <p:cNvSpPr>
            <a:spLocks noGrp="1"/>
          </p:cNvSpPr>
          <p:nvPr>
            <p:ph type="ftr" sz="quarter" idx="11"/>
          </p:nvPr>
        </p:nvSpPr>
        <p:spPr/>
        <p:txBody>
          <a:bodyPr/>
          <a:lstStyle/>
          <a:p>
            <a:r>
              <a:rPr lang="en-US" altLang="zh-CN" smtClean="0"/>
              <a:t>Lecture 1</a:t>
            </a:r>
            <a:endParaRPr lang="en-US" altLang="zh-CN"/>
          </a:p>
        </p:txBody>
      </p:sp>
      <p:sp>
        <p:nvSpPr>
          <p:cNvPr id="7" name="Slide Number Placeholder 6"/>
          <p:cNvSpPr>
            <a:spLocks noGrp="1"/>
          </p:cNvSpPr>
          <p:nvPr>
            <p:ph type="sldNum" sz="quarter" idx="12"/>
          </p:nvPr>
        </p:nvSpPr>
        <p:spPr/>
        <p:txBody>
          <a:bodyPr/>
          <a:lstStyle/>
          <a:p>
            <a:pPr>
              <a:defRPr/>
            </a:pPr>
            <a:fld id="{7C93F2F6-B200-4836-9340-136DE7987878}" type="slidenum">
              <a:rPr lang="en-US" smtClean="0"/>
            </a:fld>
            <a:endParaRPr lang="en-US"/>
          </a:p>
        </p:txBody>
      </p:sp>
      <p:sp>
        <p:nvSpPr>
          <p:cNvPr id="8" name="Title 7"/>
          <p:cNvSpPr>
            <a:spLocks noGrp="1"/>
          </p:cNvSpPr>
          <p:nvPr>
            <p:ph type="title"/>
          </p:nvPr>
        </p:nvSpPr>
        <p:spPr/>
        <p:txBody>
          <a:bodyPr rtlCol="0"/>
          <a:lstStyle/>
          <a:p>
            <a:r>
              <a:rPr kumimoji="0" lang="en-US" altLang="zh-CN"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altLang="zh-CN"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ltLang="zh-CN" smtClean="0"/>
              <a:t>Click to edit Master text styles</a:t>
            </a:r>
            <a:endParaRPr kumimoji="0" lang="en-US" altLang="zh-CN" smtClean="0"/>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ltLang="zh-CN" smtClean="0"/>
              <a:t>Click to edit Master text styles</a:t>
            </a:r>
            <a:endParaRPr kumimoji="0" lang="en-US" altLang="zh-CN" smtClean="0"/>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lstStyle>
          <a:p>
            <a:pPr lvl="0" eaLnBrk="1" latinLnBrk="0" hangingPunct="1"/>
            <a:r>
              <a:rPr lang="en-US" altLang="zh-CN" smtClean="0"/>
              <a:t>Click to edit Master text styles</a:t>
            </a:r>
            <a:endParaRPr lang="en-US" altLang="zh-CN" smtClean="0"/>
          </a:p>
          <a:p>
            <a:pPr lvl="1" eaLnBrk="1" latinLnBrk="0" hangingPunct="1"/>
            <a:r>
              <a:rPr lang="en-US" altLang="zh-CN" smtClean="0"/>
              <a:t>Second level</a:t>
            </a:r>
            <a:endParaRPr lang="en-US" altLang="zh-CN" smtClean="0"/>
          </a:p>
          <a:p>
            <a:pPr lvl="2" eaLnBrk="1" latinLnBrk="0" hangingPunct="1"/>
            <a:r>
              <a:rPr lang="en-US" altLang="zh-CN" smtClean="0"/>
              <a:t>Third level</a:t>
            </a:r>
            <a:endParaRPr lang="en-US" altLang="zh-CN" smtClean="0"/>
          </a:p>
          <a:p>
            <a:pPr lvl="3" eaLnBrk="1" latinLnBrk="0" hangingPunct="1"/>
            <a:r>
              <a:rPr lang="en-US" altLang="zh-CN" smtClean="0"/>
              <a:t>Fourth level</a:t>
            </a:r>
            <a:endParaRPr lang="en-US" altLang="zh-CN" smtClean="0"/>
          </a:p>
          <a:p>
            <a:pPr lvl="4" eaLnBrk="1" latinLnBrk="0" hangingPunct="1"/>
            <a:r>
              <a:rPr lang="en-US" altLang="zh-CN"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lstStyle>
          <a:p>
            <a:pPr lvl="0" eaLnBrk="1" latinLnBrk="0" hangingPunct="1"/>
            <a:r>
              <a:rPr lang="en-US" altLang="zh-CN" smtClean="0"/>
              <a:t>Click to edit Master text styles</a:t>
            </a:r>
            <a:endParaRPr lang="en-US" altLang="zh-CN" smtClean="0"/>
          </a:p>
          <a:p>
            <a:pPr lvl="1" eaLnBrk="1" latinLnBrk="0" hangingPunct="1"/>
            <a:r>
              <a:rPr lang="en-US" altLang="zh-CN" smtClean="0"/>
              <a:t>Second level</a:t>
            </a:r>
            <a:endParaRPr lang="en-US" altLang="zh-CN" smtClean="0"/>
          </a:p>
          <a:p>
            <a:pPr lvl="2" eaLnBrk="1" latinLnBrk="0" hangingPunct="1"/>
            <a:r>
              <a:rPr lang="en-US" altLang="zh-CN" smtClean="0"/>
              <a:t>Third level</a:t>
            </a:r>
            <a:endParaRPr lang="en-US" altLang="zh-CN" smtClean="0"/>
          </a:p>
          <a:p>
            <a:pPr lvl="3" eaLnBrk="1" latinLnBrk="0" hangingPunct="1"/>
            <a:r>
              <a:rPr lang="en-US" altLang="zh-CN" smtClean="0"/>
              <a:t>Fourth level</a:t>
            </a:r>
            <a:endParaRPr lang="en-US" altLang="zh-CN" smtClean="0"/>
          </a:p>
          <a:p>
            <a:pPr lvl="4" eaLnBrk="1" latinLnBrk="0" hangingPunct="1"/>
            <a:r>
              <a:rPr lang="en-US" altLang="zh-CN" smtClean="0"/>
              <a:t>Fifth level</a:t>
            </a:r>
            <a:endParaRPr kumimoji="0" lang="en-US"/>
          </a:p>
        </p:txBody>
      </p:sp>
      <p:sp>
        <p:nvSpPr>
          <p:cNvPr id="7" name="Date Placeholder 6"/>
          <p:cNvSpPr>
            <a:spLocks noGrp="1"/>
          </p:cNvSpPr>
          <p:nvPr>
            <p:ph type="dt" sz="half" idx="10"/>
          </p:nvPr>
        </p:nvSpPr>
        <p:spPr/>
        <p:txBody>
          <a:bodyPr/>
          <a:lstStyle/>
          <a:p>
            <a:pPr>
              <a:defRPr/>
            </a:pPr>
            <a:fld id="{276AC82F-B171-4D22-8428-FEE00C5995A2}" type="datetime1">
              <a:rPr lang="zh-CN" altLang="en-US" smtClean="0"/>
            </a:fld>
            <a:endParaRPr lang="en-US"/>
          </a:p>
        </p:txBody>
      </p:sp>
      <p:sp>
        <p:nvSpPr>
          <p:cNvPr id="8" name="Footer Placeholder 7"/>
          <p:cNvSpPr>
            <a:spLocks noGrp="1"/>
          </p:cNvSpPr>
          <p:nvPr>
            <p:ph type="ftr" sz="quarter" idx="11"/>
          </p:nvPr>
        </p:nvSpPr>
        <p:spPr/>
        <p:txBody>
          <a:bodyPr/>
          <a:lstStyle/>
          <a:p>
            <a:r>
              <a:rPr lang="en-US" altLang="zh-CN" smtClean="0"/>
              <a:t>Lecture 1</a:t>
            </a:r>
            <a:endParaRPr lang="en-US" altLang="zh-CN"/>
          </a:p>
        </p:txBody>
      </p:sp>
      <p:sp>
        <p:nvSpPr>
          <p:cNvPr id="9" name="Slide Number Placeholder 8"/>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a:defRPr/>
            </a:pPr>
            <a:fld id="{F26F37BA-D1C0-4DB6-9E6F-9E5B46421548}" type="datetime1">
              <a:rPr lang="zh-CN" altLang="en-US" smtClean="0"/>
            </a:fld>
            <a:endParaRPr lang="en-US"/>
          </a:p>
        </p:txBody>
      </p:sp>
      <p:sp>
        <p:nvSpPr>
          <p:cNvPr id="4" name="Footer Placeholder 3"/>
          <p:cNvSpPr>
            <a:spLocks noGrp="1"/>
          </p:cNvSpPr>
          <p:nvPr>
            <p:ph type="ftr" sz="quarter" idx="11"/>
          </p:nvPr>
        </p:nvSpPr>
        <p:spPr/>
        <p:txBody>
          <a:bodyPr/>
          <a:lstStyle/>
          <a:p>
            <a:r>
              <a:rPr lang="en-US" altLang="zh-CN" smtClean="0"/>
              <a:t>Lecture 1</a:t>
            </a:r>
            <a:endParaRPr lang="en-US" altLang="zh-CN"/>
          </a:p>
        </p:txBody>
      </p:sp>
      <p:sp>
        <p:nvSpPr>
          <p:cNvPr id="5" name="Slide Number Placeholder 4"/>
          <p:cNvSpPr>
            <a:spLocks noGrp="1"/>
          </p:cNvSpPr>
          <p:nvPr>
            <p:ph type="sldNum" sz="quarter" idx="12"/>
          </p:nvPr>
        </p:nvSpPr>
        <p:spPr/>
        <p:txBody>
          <a:bodyPr/>
          <a:lstStyle/>
          <a:p>
            <a:pPr>
              <a:defRPr/>
            </a:pPr>
            <a:fld id="{7C93F2F6-B200-4836-9340-136DE7987878}" type="slidenum">
              <a:rPr lang="en-US" smtClean="0"/>
            </a:fld>
            <a:endParaRPr lang="en-US"/>
          </a:p>
        </p:txBody>
      </p:sp>
      <p:sp>
        <p:nvSpPr>
          <p:cNvPr id="6" name="Title 5"/>
          <p:cNvSpPr>
            <a:spLocks noGrp="1"/>
          </p:cNvSpPr>
          <p:nvPr>
            <p:ph type="title"/>
          </p:nvPr>
        </p:nvSpPr>
        <p:spPr/>
        <p:txBody>
          <a:bodyPr rtlCol="0"/>
          <a:lstStyle/>
          <a:p>
            <a:r>
              <a:rPr kumimoji="0" lang="en-US" altLang="zh-CN"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A0EE5B48-4CB1-4DBD-AD80-F180514AA93D}" type="datetime1">
              <a:rPr lang="zh-CN" altLang="en-US" smtClean="0"/>
            </a:fld>
            <a:endParaRPr lang="en-US"/>
          </a:p>
        </p:txBody>
      </p:sp>
      <p:sp>
        <p:nvSpPr>
          <p:cNvPr id="3" name="Footer Placeholder 2"/>
          <p:cNvSpPr>
            <a:spLocks noGrp="1"/>
          </p:cNvSpPr>
          <p:nvPr>
            <p:ph type="ftr" sz="quarter" idx="11"/>
          </p:nvPr>
        </p:nvSpPr>
        <p:spPr/>
        <p:txBody>
          <a:bodyPr/>
          <a:lstStyle/>
          <a:p>
            <a:r>
              <a:rPr lang="en-US" altLang="zh-CN" smtClean="0"/>
              <a:t>Lecture 1</a:t>
            </a:r>
            <a:endParaRPr lang="en-US" altLang="zh-CN"/>
          </a:p>
        </p:txBody>
      </p:sp>
      <p:sp>
        <p:nvSpPr>
          <p:cNvPr id="4" name="Slide Number Placeholder 3"/>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lstStyle>
          <a:p>
            <a:r>
              <a:rPr kumimoji="0" lang="en-US" altLang="zh-CN"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lstStyle>
          <a:p>
            <a:pPr lvl="0" eaLnBrk="1" latinLnBrk="0" hangingPunct="1"/>
            <a:r>
              <a:rPr kumimoji="0" lang="en-US" altLang="zh-CN" smtClean="0"/>
              <a:t>Click to edit Master text styles</a:t>
            </a:r>
            <a:endParaRPr kumimoji="0" lang="en-US" altLang="zh-CN" smtClean="0"/>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ltLang="zh-CN" smtClean="0"/>
              <a:t>Click to edit Master text styles</a:t>
            </a:r>
            <a:endParaRPr lang="en-US" altLang="zh-CN" smtClean="0"/>
          </a:p>
          <a:p>
            <a:pPr lvl="1" eaLnBrk="1" latinLnBrk="0" hangingPunct="1"/>
            <a:r>
              <a:rPr lang="en-US" altLang="zh-CN" smtClean="0"/>
              <a:t>Second level</a:t>
            </a:r>
            <a:endParaRPr lang="en-US" altLang="zh-CN" smtClean="0"/>
          </a:p>
          <a:p>
            <a:pPr lvl="2" eaLnBrk="1" latinLnBrk="0" hangingPunct="1"/>
            <a:r>
              <a:rPr lang="en-US" altLang="zh-CN" smtClean="0"/>
              <a:t>Third level</a:t>
            </a:r>
            <a:endParaRPr lang="en-US" altLang="zh-CN" smtClean="0"/>
          </a:p>
          <a:p>
            <a:pPr lvl="3" eaLnBrk="1" latinLnBrk="0" hangingPunct="1"/>
            <a:r>
              <a:rPr lang="en-US" altLang="zh-CN" smtClean="0"/>
              <a:t>Fourth level</a:t>
            </a:r>
            <a:endParaRPr lang="en-US" altLang="zh-CN" smtClean="0"/>
          </a:p>
          <a:p>
            <a:pPr lvl="4" eaLnBrk="1" latinLnBrk="0" hangingPunct="1"/>
            <a:r>
              <a:rPr lang="en-US" altLang="zh-CN"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pPr>
              <a:defRPr/>
            </a:pPr>
            <a:fld id="{E49F76EA-3656-402B-AFFC-D88CAED976E4}" type="datetime1">
              <a:rPr lang="zh-CN" altLang="en-US" smtClean="0"/>
            </a:fld>
            <a:endParaRPr lang="en-US"/>
          </a:p>
        </p:txBody>
      </p:sp>
      <p:sp>
        <p:nvSpPr>
          <p:cNvPr id="6" name="Footer Placeholder 5"/>
          <p:cNvSpPr>
            <a:spLocks noGrp="1"/>
          </p:cNvSpPr>
          <p:nvPr>
            <p:ph type="ftr" sz="quarter" idx="11"/>
          </p:nvPr>
        </p:nvSpPr>
        <p:spPr/>
        <p:txBody>
          <a:bodyPr/>
          <a:lstStyle/>
          <a:p>
            <a:r>
              <a:rPr lang="en-US" altLang="zh-CN" smtClean="0"/>
              <a:t>Lecture 1</a:t>
            </a:r>
            <a:endParaRPr lang="en-US" altLang="zh-CN"/>
          </a:p>
        </p:txBody>
      </p:sp>
      <p:sp>
        <p:nvSpPr>
          <p:cNvPr id="7" name="Slide Number Placeholder 6"/>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415" indent="0" algn="r">
              <a:buNone/>
              <a:defRPr sz="1400"/>
            </a:lvl1pPr>
            <a:lvl2pPr>
              <a:defRPr sz="1200"/>
            </a:lvl2pPr>
            <a:lvl3pPr>
              <a:defRPr sz="1000"/>
            </a:lvl3pPr>
            <a:lvl4pPr>
              <a:defRPr sz="900"/>
            </a:lvl4pPr>
            <a:lvl5pPr>
              <a:defRPr sz="900"/>
            </a:lvl5pPr>
          </a:lstStyle>
          <a:p>
            <a:pPr lvl="0" eaLnBrk="1" latinLnBrk="0" hangingPunct="1"/>
            <a:r>
              <a:rPr kumimoji="0" lang="en-US" altLang="zh-CN" smtClean="0"/>
              <a:t>Click to edit Master text styles</a:t>
            </a:r>
            <a:endParaRPr kumimoji="0" lang="en-US" altLang="zh-CN" smtClean="0"/>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lstStyle>
          <a:p>
            <a:r>
              <a:rPr kumimoji="0" lang="en-US" altLang="zh-CN"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lstStyle>
          <a:p>
            <a:pPr>
              <a:defRPr/>
            </a:pPr>
            <a:fld id="{C230EBF4-244A-4141-BA3F-BC7388FDD6CD}" type="datetime1">
              <a:rPr lang="zh-CN" altLang="en-US" smtClean="0"/>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lstStyle>
          <a:p>
            <a:r>
              <a:rPr lang="en-US" altLang="zh-CN" smtClean="0"/>
              <a:t>Lecture 1</a:t>
            </a:r>
            <a:endParaRPr lang="en-US" altLang="zh-CN"/>
          </a:p>
        </p:txBody>
      </p:sp>
      <p:sp>
        <p:nvSpPr>
          <p:cNvPr id="7" name="Slide Number Placeholder 6"/>
          <p:cNvSpPr>
            <a:spLocks noGrp="1"/>
          </p:cNvSpPr>
          <p:nvPr>
            <p:ph type="sldNum" sz="quarter" idx="12"/>
          </p:nvPr>
        </p:nvSpPr>
        <p:spPr/>
        <p:txBody>
          <a:bodyPr/>
          <a:lstStyle>
            <a:lvl1pPr>
              <a:defRPr>
                <a:solidFill>
                  <a:schemeClr val="tx1"/>
                </a:solidFill>
              </a:defRPr>
            </a:lvl1pPr>
          </a:lstStyle>
          <a:p>
            <a:pPr>
              <a:defRPr/>
            </a:pPr>
            <a:fld id="{7C93F2F6-B200-4836-9340-136DE7987878}" type="slidenum">
              <a:rPr lang="en-US" smtClean="0"/>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lstStyle>
          <a:p>
            <a:r>
              <a:rPr kumimoji="0" lang="en-US" altLang="zh-CN" smtClean="0"/>
              <a:t>Click to edit Master title style</a:t>
            </a:r>
            <a:endParaRPr kumimoji="0" lang="en-US"/>
          </a:p>
        </p:txBody>
      </p:sp>
      <p:sp>
        <p:nvSpPr>
          <p:cNvPr id="8" name="Freeform 7"/>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p:nvPr/>
        </p:nvSpPr>
        <p:spPr bwMode="auto">
          <a:xfrm>
            <a:off x="-6042" y="5791253"/>
            <a:ext cx="3402314"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ltLang="zh-CN"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ltLang="zh-CN" smtClean="0"/>
              <a:t>Click to edit Master text styles</a:t>
            </a:r>
            <a:endParaRPr lang="en-US" altLang="zh-CN" smtClean="0"/>
          </a:p>
          <a:p>
            <a:pPr lvl="1" eaLnBrk="1" latinLnBrk="0" hangingPunct="1"/>
            <a:r>
              <a:rPr lang="en-US" altLang="zh-CN" smtClean="0"/>
              <a:t>Second level</a:t>
            </a:r>
            <a:endParaRPr lang="en-US" altLang="zh-CN" smtClean="0"/>
          </a:p>
          <a:p>
            <a:pPr lvl="2" eaLnBrk="1" latinLnBrk="0" hangingPunct="1"/>
            <a:r>
              <a:rPr lang="en-US" altLang="zh-CN" smtClean="0"/>
              <a:t>Third level</a:t>
            </a:r>
            <a:endParaRPr lang="en-US" altLang="zh-CN" smtClean="0"/>
          </a:p>
          <a:p>
            <a:pPr lvl="3" eaLnBrk="1" latinLnBrk="0" hangingPunct="1"/>
            <a:r>
              <a:rPr lang="en-US" altLang="zh-CN" smtClean="0"/>
              <a:t>Fourth level</a:t>
            </a:r>
            <a:endParaRPr lang="en-US" altLang="zh-CN" smtClean="0"/>
          </a:p>
          <a:p>
            <a:pPr lvl="4" eaLnBrk="1" latinLnBrk="0" hangingPunct="1"/>
            <a:r>
              <a:rPr lang="en-US" altLang="zh-CN" smtClean="0"/>
              <a:t>Fifth level</a:t>
            </a:r>
            <a:endParaRPr kumimoji="0" lang="en-US"/>
          </a:p>
        </p:txBody>
      </p:sp>
      <p:sp>
        <p:nvSpPr>
          <p:cNvPr id="4" name="Date Placeholder 3"/>
          <p:cNvSpPr>
            <a:spLocks noGrp="1"/>
          </p:cNvSpPr>
          <p:nvPr>
            <p:ph type="dt" sz="half" idx="10"/>
          </p:nvPr>
        </p:nvSpPr>
        <p:spPr/>
        <p:txBody>
          <a:bodyPr/>
          <a:lstStyle/>
          <a:p>
            <a:pPr>
              <a:defRPr/>
            </a:pPr>
            <a:fld id="{B8931191-54D3-47FC-8940-F63228B1FA89}" type="datetime1">
              <a:rPr lang="zh-CN" altLang="en-US" smtClean="0"/>
            </a:fld>
            <a:endParaRPr lang="en-US"/>
          </a:p>
        </p:txBody>
      </p:sp>
      <p:sp>
        <p:nvSpPr>
          <p:cNvPr id="5" name="Footer Placeholder 4"/>
          <p:cNvSpPr>
            <a:spLocks noGrp="1"/>
          </p:cNvSpPr>
          <p:nvPr>
            <p:ph type="ftr" sz="quarter" idx="11"/>
          </p:nvPr>
        </p:nvSpPr>
        <p:spPr/>
        <p:txBody>
          <a:bodyPr/>
          <a:lstStyle/>
          <a:p>
            <a:r>
              <a:rPr lang="en-US" altLang="zh-CN" smtClean="0"/>
              <a:t>Lecture 1</a:t>
            </a:r>
            <a:endParaRPr lang="en-US" altLang="zh-CN"/>
          </a:p>
        </p:txBody>
      </p:sp>
      <p:sp>
        <p:nvSpPr>
          <p:cNvPr id="6" name="Slide Number Placeholder 5"/>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ltLang="zh-CN"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ltLang="zh-CN" smtClean="0"/>
              <a:t>Click to edit Master text styles</a:t>
            </a:r>
            <a:endParaRPr lang="en-US" altLang="zh-CN" smtClean="0"/>
          </a:p>
          <a:p>
            <a:pPr lvl="1" eaLnBrk="1" latinLnBrk="0" hangingPunct="1"/>
            <a:r>
              <a:rPr lang="en-US" altLang="zh-CN" smtClean="0"/>
              <a:t>Second level</a:t>
            </a:r>
            <a:endParaRPr lang="en-US" altLang="zh-CN" smtClean="0"/>
          </a:p>
          <a:p>
            <a:pPr lvl="2" eaLnBrk="1" latinLnBrk="0" hangingPunct="1"/>
            <a:r>
              <a:rPr lang="en-US" altLang="zh-CN" smtClean="0"/>
              <a:t>Third level</a:t>
            </a:r>
            <a:endParaRPr lang="en-US" altLang="zh-CN" smtClean="0"/>
          </a:p>
          <a:p>
            <a:pPr lvl="3" eaLnBrk="1" latinLnBrk="0" hangingPunct="1"/>
            <a:r>
              <a:rPr lang="en-US" altLang="zh-CN" smtClean="0"/>
              <a:t>Fourth level</a:t>
            </a:r>
            <a:endParaRPr lang="en-US" altLang="zh-CN" smtClean="0"/>
          </a:p>
          <a:p>
            <a:pPr lvl="4" eaLnBrk="1" latinLnBrk="0" hangingPunct="1"/>
            <a:r>
              <a:rPr lang="en-US" altLang="zh-CN" smtClean="0"/>
              <a:t>Fifth level</a:t>
            </a:r>
            <a:endParaRPr kumimoji="0" lang="en-US"/>
          </a:p>
        </p:txBody>
      </p:sp>
      <p:sp>
        <p:nvSpPr>
          <p:cNvPr id="4" name="Date Placeholder 3"/>
          <p:cNvSpPr>
            <a:spLocks noGrp="1"/>
          </p:cNvSpPr>
          <p:nvPr>
            <p:ph type="dt" sz="half" idx="10"/>
          </p:nvPr>
        </p:nvSpPr>
        <p:spPr/>
        <p:txBody>
          <a:bodyPr/>
          <a:lstStyle/>
          <a:p>
            <a:pPr>
              <a:defRPr/>
            </a:pPr>
            <a:fld id="{95EBC060-C77D-4BC4-8D0C-107EFB448A79}" type="datetime1">
              <a:rPr lang="zh-CN" altLang="en-US" smtClean="0"/>
            </a:fld>
            <a:endParaRPr lang="en-US"/>
          </a:p>
        </p:txBody>
      </p:sp>
      <p:sp>
        <p:nvSpPr>
          <p:cNvPr id="5" name="Footer Placeholder 4"/>
          <p:cNvSpPr>
            <a:spLocks noGrp="1"/>
          </p:cNvSpPr>
          <p:nvPr>
            <p:ph type="ftr" sz="quarter" idx="11"/>
          </p:nvPr>
        </p:nvSpPr>
        <p:spPr/>
        <p:txBody>
          <a:bodyPr/>
          <a:lstStyle/>
          <a:p>
            <a:r>
              <a:rPr lang="en-US" altLang="zh-CN" smtClean="0"/>
              <a:t>Lecture 1</a:t>
            </a:r>
            <a:endParaRPr lang="en-US" altLang="zh-CN"/>
          </a:p>
        </p:txBody>
      </p:sp>
      <p:sp>
        <p:nvSpPr>
          <p:cNvPr id="6" name="Slide Number Placeholder 5"/>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p:nvPr/>
        </p:nvSpPr>
        <p:spPr bwMode="auto">
          <a:xfrm>
            <a:off x="-6042" y="5791253"/>
            <a:ext cx="3402314" cy="1080868"/>
          </a:xfrm>
          <a:prstGeom prst="rtTriangle">
            <a:avLst/>
          </a:prstGeom>
          <a:blipFill>
            <a:blip r:embed="rId1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ltLang="zh-CN"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ltLang="zh-CN" smtClean="0"/>
              <a:t>Click to edit Master text styles</a:t>
            </a:r>
            <a:endParaRPr kumimoji="0" lang="en-US" altLang="zh-CN" smtClean="0"/>
          </a:p>
          <a:p>
            <a:pPr lvl="1" eaLnBrk="1" latinLnBrk="0" hangingPunct="1"/>
            <a:r>
              <a:rPr kumimoji="0" lang="en-US" altLang="zh-CN" smtClean="0"/>
              <a:t>Second level</a:t>
            </a:r>
            <a:endParaRPr kumimoji="0" lang="en-US" altLang="zh-CN" smtClean="0"/>
          </a:p>
          <a:p>
            <a:pPr lvl="2" eaLnBrk="1" latinLnBrk="0" hangingPunct="1"/>
            <a:r>
              <a:rPr kumimoji="0" lang="en-US" altLang="zh-CN" smtClean="0"/>
              <a:t>Third level</a:t>
            </a:r>
            <a:endParaRPr kumimoji="0" lang="en-US" altLang="zh-CN" smtClean="0"/>
          </a:p>
          <a:p>
            <a:pPr lvl="3" eaLnBrk="1" latinLnBrk="0" hangingPunct="1"/>
            <a:r>
              <a:rPr kumimoji="0" lang="en-US" altLang="zh-CN" smtClean="0"/>
              <a:t>Fourth level</a:t>
            </a:r>
            <a:endParaRPr kumimoji="0" lang="en-US" altLang="zh-CN" smtClean="0"/>
          </a:p>
          <a:p>
            <a:pPr lvl="4" eaLnBrk="1" latinLnBrk="0" hangingPunct="1"/>
            <a:r>
              <a:rPr kumimoji="0" lang="en-US" altLang="zh-CN"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lstStyle>
          <a:p>
            <a:pPr>
              <a:defRPr/>
            </a:pPr>
            <a:fld id="{9A57F911-7B1D-4109-89E2-FD9880E73F71}" type="datetime1">
              <a:rPr lang="zh-CN" altLang="en-US" smtClean="0"/>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lstStyle>
          <a:p>
            <a:r>
              <a:rPr lang="en-US" altLang="zh-CN" smtClean="0"/>
              <a:t>Lecture 1</a:t>
            </a:r>
            <a:endParaRPr lang="en-US" altLang="zh-CN"/>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lstStyle>
          <a:p>
            <a:pPr>
              <a:defRPr/>
            </a:pPr>
            <a:fld id="{7C93F2F6-B200-4836-9340-136DE7987878}"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p:titleStyle>
    <p:bodyStyle>
      <a:lvl1pPr marL="365760" indent="-255905" algn="l" rtl="0" eaLnBrk="1" latinLnBrk="0" hangingPunct="1">
        <a:spcBef>
          <a:spcPts val="400"/>
        </a:spcBef>
        <a:spcAft>
          <a:spcPts val="0"/>
        </a:spcAft>
        <a:buClr>
          <a:schemeClr val="accent1"/>
        </a:buClr>
        <a:buSzPct val="68000"/>
        <a:buFont typeface="Wingdings 3" panose="05040102010807070707"/>
        <a:buChar char=""/>
        <a:defRPr kumimoji="0" sz="2700" kern="1200">
          <a:solidFill>
            <a:schemeClr val="tx1"/>
          </a:solidFill>
          <a:latin typeface="+mn-lt"/>
          <a:ea typeface="+mn-ea"/>
          <a:cs typeface="+mn-cs"/>
        </a:defRPr>
      </a:lvl1pPr>
      <a:lvl2pPr marL="621665" indent="-228600" algn="l" rtl="0" eaLnBrk="1" latinLnBrk="0" hangingPunct="1">
        <a:spcBef>
          <a:spcPts val="325"/>
        </a:spcBef>
        <a:buClr>
          <a:schemeClr val="accent1"/>
        </a:buClr>
        <a:buFont typeface="Verdana" panose="020B0604030504040204"/>
        <a:buChar char="◦"/>
        <a:defRPr kumimoji="0" sz="2300" kern="1200">
          <a:solidFill>
            <a:schemeClr val="tx1"/>
          </a:solidFill>
          <a:latin typeface="+mn-lt"/>
          <a:ea typeface="+mn-ea"/>
          <a:cs typeface="+mn-cs"/>
        </a:defRPr>
      </a:lvl2pPr>
      <a:lvl3pPr marL="859790" indent="-228600" algn="l" rtl="0" eaLnBrk="1" latinLnBrk="0" hangingPunct="1">
        <a:spcBef>
          <a:spcPts val="350"/>
        </a:spcBef>
        <a:buClr>
          <a:schemeClr val="accent2"/>
        </a:buClr>
        <a:buSzPct val="100000"/>
        <a:buFont typeface="Wingdings 2" panose="05020102010507070707"/>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panose="05020102010507070707"/>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panose="05020102010507070707"/>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panose="05020102010507070707"/>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panose="05020102010507070707"/>
        <a:buChar char=""/>
        <a:defRPr kumimoji="0" sz="16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a:xfrm>
            <a:off x="2560320" y="980440"/>
            <a:ext cx="4450080" cy="1278255"/>
          </a:xfrm>
        </p:spPr>
        <p:txBody>
          <a:bodyPr/>
          <a:lstStyle/>
          <a:p>
            <a:r>
              <a:rPr lang="zh-CN" altLang="en-US" dirty="0" smtClean="0">
                <a:latin typeface="楷体" panose="02010609060101010101" charset="-122"/>
                <a:ea typeface="楷体" panose="02010609060101010101" charset="-122"/>
                <a:cs typeface="楷体" panose="02010609060101010101" charset="-122"/>
              </a:rPr>
              <a:t>计算机系统 </a:t>
            </a:r>
            <a:r>
              <a:rPr lang="en-US" altLang="zh-CN" dirty="0" smtClean="0">
                <a:latin typeface="楷体" panose="02010609060101010101" charset="-122"/>
                <a:ea typeface="楷体" panose="02010609060101010101" charset="-122"/>
                <a:cs typeface="楷体" panose="02010609060101010101" charset="-122"/>
              </a:rPr>
              <a:t>I</a:t>
            </a:r>
            <a:r>
              <a:rPr lang="en-US" altLang="zh-CN" dirty="0" smtClean="0"/>
              <a:t> </a:t>
            </a:r>
            <a:endParaRPr lang="zh-CN" altLang="en-US" dirty="0"/>
          </a:p>
        </p:txBody>
      </p:sp>
      <p:sp>
        <p:nvSpPr>
          <p:cNvPr id="8" name="Subtitle 7"/>
          <p:cNvSpPr>
            <a:spLocks noGrp="1"/>
          </p:cNvSpPr>
          <p:nvPr>
            <p:ph type="subTitle" idx="1"/>
          </p:nvPr>
        </p:nvSpPr>
        <p:spPr>
          <a:xfrm>
            <a:off x="2339975" y="2493010"/>
            <a:ext cx="5018405" cy="628015"/>
          </a:xfrm>
        </p:spPr>
        <p:txBody>
          <a:bodyPr>
            <a:normAutofit fontScale="90000"/>
          </a:bodyPr>
          <a:lstStyle/>
          <a:p>
            <a:r>
              <a:rPr lang="zh-CN" altLang="en-US" dirty="0" smtClean="0"/>
              <a:t> </a:t>
            </a:r>
            <a:r>
              <a:rPr lang="zh-CN" altLang="en-US" sz="2800" dirty="0" smtClean="0">
                <a:latin typeface="Times New Roman" panose="02020603050405020304" charset="0"/>
                <a:ea typeface="楷体" panose="02010609060101010101" charset="-122"/>
                <a:cs typeface="Times New Roman" panose="02020603050405020304" charset="0"/>
              </a:rPr>
              <a:t>试验一 ：</a:t>
            </a:r>
            <a:r>
              <a:rPr lang="en-US" altLang="zh-CN" sz="2800" dirty="0" smtClean="0">
                <a:latin typeface="Times New Roman" panose="02020603050405020304" charset="0"/>
                <a:ea typeface="楷体" panose="02010609060101010101" charset="-122"/>
                <a:cs typeface="Times New Roman" panose="02020603050405020304" charset="0"/>
              </a:rPr>
              <a:t>LC-3</a:t>
            </a:r>
            <a:r>
              <a:rPr lang="zh-CN" altLang="en-US" sz="2800" dirty="0" smtClean="0">
                <a:latin typeface="Times New Roman" panose="02020603050405020304" charset="0"/>
                <a:ea typeface="楷体" panose="02010609060101010101" charset="-122"/>
                <a:cs typeface="Times New Roman" panose="02020603050405020304" charset="0"/>
              </a:rPr>
              <a:t>仿真器安装和使用</a:t>
            </a:r>
            <a:endParaRPr lang="en-US" altLang="zh-CN" dirty="0" smtClean="0">
              <a:latin typeface="Times New Roman" panose="02020603050405020304" charset="0"/>
              <a:ea typeface="楷体" panose="02010609060101010101" charset="-122"/>
              <a:cs typeface="Times New Roman" panose="02020603050405020304" charset="0"/>
            </a:endParaRPr>
          </a:p>
          <a:p>
            <a:endParaRPr lang="en-US" altLang="zh-CN" dirty="0" smtClean="0"/>
          </a:p>
          <a:p>
            <a:endParaRPr lang="zh-CN" alt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fontScale="92500" lnSpcReduction="10000"/>
          </a:bodyPr>
          <a:lstStyle/>
          <a:p>
            <a:pPr>
              <a:buNone/>
            </a:pPr>
            <a:r>
              <a:rPr lang="zh-CN" altLang="zh-CN" dirty="0" smtClean="0">
                <a:latin typeface="Times New Roman" panose="02020603050405020304" charset="0"/>
                <a:ea typeface="楷体" panose="02010609060101010101" charset="-122"/>
                <a:cs typeface="Times New Roman" panose="02020603050405020304" charset="0"/>
              </a:rPr>
              <a:t>利用提供的安装软件包和软件使用说明文档，完成以下试验内容：</a:t>
            </a:r>
            <a:endParaRPr lang="zh-CN" altLang="zh-CN" dirty="0" smtClean="0">
              <a:latin typeface="Times New Roman" panose="02020603050405020304" charset="0"/>
              <a:ea typeface="楷体" panose="02010609060101010101" charset="-122"/>
              <a:cs typeface="Times New Roman" panose="02020603050405020304" charset="0"/>
            </a:endParaRPr>
          </a:p>
          <a:p>
            <a:pPr>
              <a:buNone/>
            </a:pPr>
            <a:r>
              <a:rPr lang="zh-CN" altLang="zh-CN" dirty="0" smtClean="0">
                <a:latin typeface="Times New Roman" panose="02020603050405020304" charset="0"/>
                <a:ea typeface="楷体" panose="02010609060101010101" charset="-122"/>
                <a:cs typeface="Times New Roman" panose="02020603050405020304" charset="0"/>
              </a:rPr>
              <a:t>（</a:t>
            </a:r>
            <a:r>
              <a:rPr lang="en-US" altLang="zh-CN" dirty="0" smtClean="0">
                <a:latin typeface="Times New Roman" panose="02020603050405020304" charset="0"/>
                <a:ea typeface="楷体" panose="02010609060101010101" charset="-122"/>
                <a:cs typeface="Times New Roman" panose="02020603050405020304" charset="0"/>
              </a:rPr>
              <a:t>1</a:t>
            </a:r>
            <a:r>
              <a:rPr lang="zh-CN" altLang="zh-CN" dirty="0" smtClean="0">
                <a:latin typeface="Times New Roman" panose="02020603050405020304" charset="0"/>
                <a:ea typeface="楷体" panose="02010609060101010101" charset="-122"/>
                <a:cs typeface="Times New Roman" panose="02020603050405020304" charset="0"/>
              </a:rPr>
              <a:t>）安装</a:t>
            </a:r>
            <a:r>
              <a:rPr lang="en-US" altLang="zh-CN" dirty="0" smtClean="0">
                <a:latin typeface="Times New Roman" panose="02020603050405020304" charset="0"/>
                <a:ea typeface="楷体" panose="02010609060101010101" charset="-122"/>
                <a:cs typeface="Times New Roman" panose="02020603050405020304" charset="0"/>
              </a:rPr>
              <a:t>LC-3</a:t>
            </a:r>
            <a:r>
              <a:rPr lang="zh-CN" altLang="zh-CN" dirty="0" smtClean="0">
                <a:latin typeface="Times New Roman" panose="02020603050405020304" charset="0"/>
                <a:ea typeface="楷体" panose="02010609060101010101" charset="-122"/>
                <a:cs typeface="Times New Roman" panose="02020603050405020304" charset="0"/>
              </a:rPr>
              <a:t>仿真器</a:t>
            </a:r>
            <a:endParaRPr lang="zh-CN" altLang="zh-CN" dirty="0" smtClean="0">
              <a:latin typeface="Times New Roman" panose="02020603050405020304" charset="0"/>
              <a:ea typeface="楷体" panose="02010609060101010101" charset="-122"/>
              <a:cs typeface="Times New Roman" panose="02020603050405020304" charset="0"/>
            </a:endParaRPr>
          </a:p>
          <a:p>
            <a:pPr>
              <a:buNone/>
            </a:pPr>
            <a:r>
              <a:rPr lang="zh-CN" altLang="zh-CN" dirty="0" smtClean="0">
                <a:latin typeface="Times New Roman" panose="02020603050405020304" charset="0"/>
                <a:ea typeface="楷体" panose="02010609060101010101" charset="-122"/>
                <a:cs typeface="Times New Roman" panose="02020603050405020304" charset="0"/>
              </a:rPr>
              <a:t>（</a:t>
            </a:r>
            <a:r>
              <a:rPr lang="en-US" altLang="zh-CN" dirty="0" smtClean="0">
                <a:latin typeface="Times New Roman" panose="02020603050405020304" charset="0"/>
                <a:ea typeface="楷体" panose="02010609060101010101" charset="-122"/>
                <a:cs typeface="Times New Roman" panose="02020603050405020304" charset="0"/>
              </a:rPr>
              <a:t>2</a:t>
            </a:r>
            <a:r>
              <a:rPr lang="zh-CN" altLang="zh-CN" dirty="0" smtClean="0">
                <a:latin typeface="Times New Roman" panose="02020603050405020304" charset="0"/>
                <a:ea typeface="楷体" panose="02010609060101010101" charset="-122"/>
                <a:cs typeface="Times New Roman" panose="02020603050405020304" charset="0"/>
              </a:rPr>
              <a:t>）利用</a:t>
            </a:r>
            <a:r>
              <a:rPr lang="en-US" altLang="zh-CN" dirty="0" smtClean="0">
                <a:latin typeface="Times New Roman" panose="02020603050405020304" charset="0"/>
                <a:ea typeface="楷体" panose="02010609060101010101" charset="-122"/>
                <a:cs typeface="Times New Roman" panose="02020603050405020304" charset="0"/>
              </a:rPr>
              <a:t>LC3EDIT</a:t>
            </a:r>
            <a:r>
              <a:rPr lang="zh-CN" altLang="zh-CN" dirty="0" smtClean="0">
                <a:latin typeface="Times New Roman" panose="02020603050405020304" charset="0"/>
                <a:ea typeface="楷体" panose="02010609060101010101" charset="-122"/>
                <a:cs typeface="Times New Roman" panose="02020603050405020304" charset="0"/>
              </a:rPr>
              <a:t>输入机器代码程序（</a:t>
            </a:r>
            <a:r>
              <a:rPr lang="en-US" altLang="zh-CN" dirty="0" smtClean="0">
                <a:latin typeface="Times New Roman" panose="02020603050405020304" charset="0"/>
                <a:ea typeface="楷体" panose="02010609060101010101" charset="-122"/>
                <a:cs typeface="Times New Roman" panose="02020603050405020304" charset="0"/>
              </a:rPr>
              <a:t>0/1</a:t>
            </a:r>
            <a:r>
              <a:rPr lang="zh-CN" altLang="zh-CN" dirty="0" smtClean="0">
                <a:latin typeface="Times New Roman" panose="02020603050405020304" charset="0"/>
                <a:ea typeface="楷体" panose="02010609060101010101" charset="-122"/>
                <a:cs typeface="Times New Roman" panose="02020603050405020304" charset="0"/>
              </a:rPr>
              <a:t>模式）并创建创建可执行目标程序。</a:t>
            </a:r>
            <a:endParaRPr lang="zh-CN" altLang="zh-CN" dirty="0" smtClean="0">
              <a:latin typeface="Times New Roman" panose="02020603050405020304" charset="0"/>
              <a:ea typeface="楷体" panose="02010609060101010101" charset="-122"/>
              <a:cs typeface="Times New Roman" panose="02020603050405020304" charset="0"/>
            </a:endParaRPr>
          </a:p>
          <a:p>
            <a:pPr>
              <a:buNone/>
            </a:pPr>
            <a:r>
              <a:rPr lang="zh-CN" altLang="zh-CN" dirty="0" smtClean="0">
                <a:latin typeface="Times New Roman" panose="02020603050405020304" charset="0"/>
                <a:ea typeface="楷体" panose="02010609060101010101" charset="-122"/>
                <a:cs typeface="Times New Roman" panose="02020603050405020304" charset="0"/>
              </a:rPr>
              <a:t>（</a:t>
            </a:r>
            <a:r>
              <a:rPr lang="en-US" altLang="zh-CN" dirty="0" smtClean="0">
                <a:latin typeface="Times New Roman" panose="02020603050405020304" charset="0"/>
                <a:ea typeface="楷体" panose="02010609060101010101" charset="-122"/>
                <a:cs typeface="Times New Roman" panose="02020603050405020304" charset="0"/>
              </a:rPr>
              <a:t>3</a:t>
            </a:r>
            <a:r>
              <a:rPr lang="zh-CN" altLang="zh-CN" dirty="0" smtClean="0">
                <a:latin typeface="Times New Roman" panose="02020603050405020304" charset="0"/>
                <a:ea typeface="楷体" panose="02010609060101010101" charset="-122"/>
                <a:cs typeface="Times New Roman" panose="02020603050405020304" charset="0"/>
              </a:rPr>
              <a:t>）利用</a:t>
            </a:r>
            <a:r>
              <a:rPr lang="en-US" altLang="zh-CN" dirty="0" smtClean="0">
                <a:latin typeface="Times New Roman" panose="02020603050405020304" charset="0"/>
                <a:ea typeface="楷体" panose="02010609060101010101" charset="-122"/>
                <a:cs typeface="Times New Roman" panose="02020603050405020304" charset="0"/>
              </a:rPr>
              <a:t>LC3EDIT</a:t>
            </a:r>
            <a:r>
              <a:rPr lang="zh-CN" altLang="zh-CN" dirty="0" smtClean="0">
                <a:latin typeface="Times New Roman" panose="02020603050405020304" charset="0"/>
                <a:ea typeface="楷体" panose="02010609060101010101" charset="-122"/>
                <a:cs typeface="Times New Roman" panose="02020603050405020304" charset="0"/>
              </a:rPr>
              <a:t>输入机器代码程序（</a:t>
            </a:r>
            <a:r>
              <a:rPr lang="en-US" altLang="zh-CN" dirty="0" smtClean="0">
                <a:latin typeface="Times New Roman" panose="02020603050405020304" charset="0"/>
                <a:ea typeface="楷体" panose="02010609060101010101" charset="-122"/>
                <a:cs typeface="Times New Roman" panose="02020603050405020304" charset="0"/>
              </a:rPr>
              <a:t>hex</a:t>
            </a:r>
            <a:r>
              <a:rPr lang="zh-CN" altLang="zh-CN" dirty="0" smtClean="0">
                <a:latin typeface="Times New Roman" panose="02020603050405020304" charset="0"/>
                <a:ea typeface="楷体" panose="02010609060101010101" charset="-122"/>
                <a:cs typeface="Times New Roman" panose="02020603050405020304" charset="0"/>
              </a:rPr>
              <a:t>模式）并创建创建可执行目标程序。</a:t>
            </a:r>
            <a:endParaRPr lang="zh-CN" altLang="zh-CN" dirty="0" smtClean="0">
              <a:latin typeface="Times New Roman" panose="02020603050405020304" charset="0"/>
              <a:ea typeface="楷体" panose="02010609060101010101" charset="-122"/>
              <a:cs typeface="Times New Roman" panose="02020603050405020304" charset="0"/>
            </a:endParaRPr>
          </a:p>
          <a:p>
            <a:pPr>
              <a:buNone/>
            </a:pPr>
            <a:r>
              <a:rPr lang="zh-CN" altLang="zh-CN" dirty="0" smtClean="0">
                <a:latin typeface="Times New Roman" panose="02020603050405020304" charset="0"/>
                <a:ea typeface="楷体" panose="02010609060101010101" charset="-122"/>
                <a:cs typeface="Times New Roman" panose="02020603050405020304" charset="0"/>
              </a:rPr>
              <a:t>（</a:t>
            </a:r>
            <a:r>
              <a:rPr lang="en-US" altLang="zh-CN" dirty="0" smtClean="0">
                <a:latin typeface="Times New Roman" panose="02020603050405020304" charset="0"/>
                <a:ea typeface="楷体" panose="02010609060101010101" charset="-122"/>
                <a:cs typeface="Times New Roman" panose="02020603050405020304" charset="0"/>
              </a:rPr>
              <a:t>4</a:t>
            </a:r>
            <a:r>
              <a:rPr lang="zh-CN" altLang="zh-CN" dirty="0" smtClean="0">
                <a:latin typeface="Times New Roman" panose="02020603050405020304" charset="0"/>
                <a:ea typeface="楷体" panose="02010609060101010101" charset="-122"/>
                <a:cs typeface="Times New Roman" panose="02020603050405020304" charset="0"/>
              </a:rPr>
              <a:t>）利用</a:t>
            </a:r>
            <a:r>
              <a:rPr lang="en-US" altLang="zh-CN" dirty="0" smtClean="0">
                <a:latin typeface="Times New Roman" panose="02020603050405020304" charset="0"/>
                <a:ea typeface="楷体" panose="02010609060101010101" charset="-122"/>
                <a:cs typeface="Times New Roman" panose="02020603050405020304" charset="0"/>
              </a:rPr>
              <a:t>LC3EDIT</a:t>
            </a:r>
            <a:r>
              <a:rPr lang="zh-CN" altLang="zh-CN" dirty="0" smtClean="0">
                <a:latin typeface="Times New Roman" panose="02020603050405020304" charset="0"/>
                <a:ea typeface="楷体" panose="02010609060101010101" charset="-122"/>
                <a:cs typeface="Times New Roman" panose="02020603050405020304" charset="0"/>
              </a:rPr>
              <a:t>输入汇编代码程序并创建创建可执行目标程序。</a:t>
            </a:r>
            <a:endParaRPr lang="zh-CN" altLang="zh-CN" dirty="0" smtClean="0">
              <a:latin typeface="Times New Roman" panose="02020603050405020304" charset="0"/>
              <a:ea typeface="楷体" panose="02010609060101010101" charset="-122"/>
              <a:cs typeface="Times New Roman" panose="02020603050405020304" charset="0"/>
            </a:endParaRPr>
          </a:p>
          <a:p>
            <a:pPr>
              <a:buNone/>
            </a:pPr>
            <a:r>
              <a:rPr lang="zh-CN" altLang="zh-CN" dirty="0" smtClean="0">
                <a:latin typeface="Times New Roman" panose="02020603050405020304" charset="0"/>
                <a:ea typeface="楷体" panose="02010609060101010101" charset="-122"/>
                <a:cs typeface="Times New Roman" panose="02020603050405020304" charset="0"/>
              </a:rPr>
              <a:t>（</a:t>
            </a:r>
            <a:r>
              <a:rPr lang="en-US" altLang="zh-CN" dirty="0" smtClean="0">
                <a:latin typeface="Times New Roman" panose="02020603050405020304" charset="0"/>
                <a:ea typeface="楷体" panose="02010609060101010101" charset="-122"/>
                <a:cs typeface="Times New Roman" panose="02020603050405020304" charset="0"/>
              </a:rPr>
              <a:t>5</a:t>
            </a:r>
            <a:r>
              <a:rPr lang="zh-CN" altLang="zh-CN" dirty="0" smtClean="0">
                <a:latin typeface="Times New Roman" panose="02020603050405020304" charset="0"/>
                <a:ea typeface="楷体" panose="02010609060101010101" charset="-122"/>
                <a:cs typeface="Times New Roman" panose="02020603050405020304" charset="0"/>
              </a:rPr>
              <a:t>）利用</a:t>
            </a:r>
            <a:r>
              <a:rPr lang="en-US" altLang="zh-CN" b="1" dirty="0" smtClean="0">
                <a:latin typeface="Times New Roman" panose="02020603050405020304" charset="0"/>
                <a:ea typeface="楷体" panose="02010609060101010101" charset="-122"/>
                <a:cs typeface="Times New Roman" panose="02020603050405020304" charset="0"/>
              </a:rPr>
              <a:t>LC-3 Simulator</a:t>
            </a:r>
            <a:r>
              <a:rPr lang="zh-CN" altLang="zh-CN" dirty="0" smtClean="0">
                <a:latin typeface="Times New Roman" panose="02020603050405020304" charset="0"/>
                <a:ea typeface="楷体" panose="02010609060101010101" charset="-122"/>
                <a:cs typeface="Times New Roman" panose="02020603050405020304" charset="0"/>
              </a:rPr>
              <a:t>仿真器运用对应目标程序。</a:t>
            </a:r>
            <a:endParaRPr lang="zh-CN" altLang="zh-CN" dirty="0" smtClean="0">
              <a:latin typeface="Times New Roman" panose="02020603050405020304" charset="0"/>
              <a:ea typeface="楷体" panose="02010609060101010101" charset="-122"/>
              <a:cs typeface="Times New Roman" panose="02020603050405020304" charset="0"/>
            </a:endParaRPr>
          </a:p>
          <a:p>
            <a:pPr>
              <a:buNone/>
            </a:pPr>
            <a:r>
              <a:rPr lang="zh-CN" altLang="zh-CN" dirty="0" smtClean="0">
                <a:latin typeface="Times New Roman" panose="02020603050405020304" charset="0"/>
                <a:ea typeface="楷体" panose="02010609060101010101" charset="-122"/>
                <a:cs typeface="Times New Roman" panose="02020603050405020304" charset="0"/>
              </a:rPr>
              <a:t>（</a:t>
            </a:r>
            <a:r>
              <a:rPr lang="en-US" altLang="zh-CN" dirty="0" smtClean="0">
                <a:latin typeface="Times New Roman" panose="02020603050405020304" charset="0"/>
                <a:ea typeface="楷体" panose="02010609060101010101" charset="-122"/>
                <a:cs typeface="Times New Roman" panose="02020603050405020304" charset="0"/>
              </a:rPr>
              <a:t>6</a:t>
            </a:r>
            <a:r>
              <a:rPr lang="zh-CN" altLang="zh-CN" dirty="0" smtClean="0">
                <a:latin typeface="Times New Roman" panose="02020603050405020304" charset="0"/>
                <a:ea typeface="楷体" panose="02010609060101010101" charset="-122"/>
                <a:cs typeface="Times New Roman" panose="02020603050405020304" charset="0"/>
              </a:rPr>
              <a:t>）学习和掌握断点，单步执行等调试方法和手段。</a:t>
            </a:r>
            <a:endParaRPr lang="zh-CN" altLang="en-US" dirty="0">
              <a:latin typeface="Times New Roman" panose="02020603050405020304" charset="0"/>
              <a:ea typeface="楷体" panose="02010609060101010101" charset="-122"/>
              <a:cs typeface="Times New Roman" panose="02020603050405020304" charset="0"/>
            </a:endParaRPr>
          </a:p>
        </p:txBody>
      </p:sp>
      <p:sp>
        <p:nvSpPr>
          <p:cNvPr id="3" name="标题 2"/>
          <p:cNvSpPr>
            <a:spLocks noGrp="1"/>
          </p:cNvSpPr>
          <p:nvPr>
            <p:ph type="title"/>
          </p:nvPr>
        </p:nvSpPr>
        <p:spPr/>
        <p:txBody>
          <a:bodyPr/>
          <a:lstStyle/>
          <a:p>
            <a:r>
              <a:rPr lang="zh-CN" altLang="en-US" dirty="0" smtClean="0">
                <a:latin typeface="楷体" panose="02010609060101010101" charset="-122"/>
                <a:ea typeface="楷体" panose="02010609060101010101" charset="-122"/>
              </a:rPr>
              <a:t>试验要求</a:t>
            </a:r>
            <a:endParaRPr lang="zh-CN" altLang="en-US" dirty="0">
              <a:latin typeface="楷体" panose="02010609060101010101" charset="-122"/>
              <a:ea typeface="楷体" panose="02010609060101010101"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smtClean="0">
                <a:latin typeface="Times New Roman" panose="02020603050405020304" charset="0"/>
                <a:ea typeface="楷体" panose="02010609060101010101" charset="-122"/>
                <a:cs typeface="Times New Roman" panose="02020603050405020304" charset="0"/>
              </a:rPr>
              <a:t>LC-3 </a:t>
            </a:r>
            <a:r>
              <a:rPr lang="zh-CN" altLang="en-US" dirty="0" smtClean="0">
                <a:latin typeface="Times New Roman" panose="02020603050405020304" charset="0"/>
                <a:ea typeface="楷体" panose="02010609060101010101" charset="-122"/>
                <a:cs typeface="Times New Roman" panose="02020603050405020304" charset="0"/>
              </a:rPr>
              <a:t>仿真软件包括两个部分</a:t>
            </a:r>
            <a:r>
              <a:rPr lang="en-US" altLang="zh-CN" dirty="0" smtClean="0">
                <a:latin typeface="Times New Roman" panose="02020603050405020304" charset="0"/>
                <a:ea typeface="楷体" panose="02010609060101010101" charset="-122"/>
                <a:cs typeface="Times New Roman" panose="02020603050405020304" charset="0"/>
              </a:rPr>
              <a:t>:</a:t>
            </a:r>
            <a:endParaRPr lang="en-US" altLang="zh-CN" dirty="0" smtClean="0">
              <a:latin typeface="Times New Roman" panose="02020603050405020304" charset="0"/>
              <a:ea typeface="楷体" panose="02010609060101010101" charset="-122"/>
              <a:cs typeface="Times New Roman" panose="02020603050405020304" charset="0"/>
            </a:endParaRPr>
          </a:p>
          <a:p>
            <a:pPr>
              <a:buNone/>
            </a:pPr>
            <a:r>
              <a:rPr lang="en-US" altLang="zh-CN" dirty="0" smtClean="0">
                <a:latin typeface="Times New Roman" panose="02020603050405020304" charset="0"/>
                <a:ea typeface="楷体" panose="02010609060101010101" charset="-122"/>
                <a:cs typeface="Times New Roman" panose="02020603050405020304" charset="0"/>
              </a:rPr>
              <a:t> </a:t>
            </a:r>
            <a:r>
              <a:rPr lang="zh-CN" altLang="en-US" dirty="0" smtClean="0">
                <a:latin typeface="Times New Roman" panose="02020603050405020304" charset="0"/>
                <a:ea typeface="楷体" panose="02010609060101010101" charset="-122"/>
                <a:cs typeface="Times New Roman" panose="02020603050405020304" charset="0"/>
              </a:rPr>
              <a:t>  </a:t>
            </a:r>
            <a:r>
              <a:rPr lang="en-US" altLang="zh-CN" dirty="0" smtClean="0">
                <a:latin typeface="Times New Roman" panose="02020603050405020304" charset="0"/>
                <a:ea typeface="楷体" panose="02010609060101010101" charset="-122"/>
                <a:cs typeface="Times New Roman" panose="02020603050405020304" charset="0"/>
              </a:rPr>
              <a:t>LC-3 Editor :</a:t>
            </a:r>
            <a:r>
              <a:rPr lang="zh-CN" altLang="en-US" dirty="0" smtClean="0">
                <a:latin typeface="Times New Roman" panose="02020603050405020304" charset="0"/>
                <a:ea typeface="楷体" panose="02010609060101010101" charset="-122"/>
                <a:cs typeface="Times New Roman" panose="02020603050405020304" charset="0"/>
              </a:rPr>
              <a:t>代码编辑和编译，支持二进制机器码程序、</a:t>
            </a:r>
            <a:r>
              <a:rPr lang="en-US" altLang="zh-CN" dirty="0" smtClean="0">
                <a:latin typeface="Times New Roman" panose="02020603050405020304" charset="0"/>
                <a:ea typeface="楷体" panose="02010609060101010101" charset="-122"/>
                <a:cs typeface="Times New Roman" panose="02020603050405020304" charset="0"/>
              </a:rPr>
              <a:t>16</a:t>
            </a:r>
            <a:r>
              <a:rPr lang="zh-CN" altLang="en-US" dirty="0" smtClean="0">
                <a:latin typeface="Times New Roman" panose="02020603050405020304" charset="0"/>
                <a:ea typeface="楷体" panose="02010609060101010101" charset="-122"/>
                <a:cs typeface="Times New Roman" panose="02020603050405020304" charset="0"/>
              </a:rPr>
              <a:t>进制机器码程序以及汇编语言作为程序输入并编译成可执行的目标文件代码（</a:t>
            </a:r>
            <a:r>
              <a:rPr lang="en-US" altLang="zh-CN" dirty="0" smtClean="0">
                <a:latin typeface="Times New Roman" panose="02020603050405020304" charset="0"/>
                <a:ea typeface="楷体" panose="02010609060101010101" charset="-122"/>
                <a:cs typeface="Times New Roman" panose="02020603050405020304" charset="0"/>
              </a:rPr>
              <a:t>.</a:t>
            </a:r>
            <a:r>
              <a:rPr lang="en-US" altLang="zh-CN" dirty="0" err="1" smtClean="0">
                <a:latin typeface="Times New Roman" panose="02020603050405020304" charset="0"/>
                <a:ea typeface="楷体" panose="02010609060101010101" charset="-122"/>
                <a:cs typeface="Times New Roman" panose="02020603050405020304" charset="0"/>
              </a:rPr>
              <a:t>obj</a:t>
            </a:r>
            <a:r>
              <a:rPr lang="zh-CN" altLang="en-US" dirty="0" smtClean="0">
                <a:latin typeface="Times New Roman" panose="02020603050405020304" charset="0"/>
                <a:ea typeface="楷体" panose="02010609060101010101" charset="-122"/>
                <a:cs typeface="Times New Roman" panose="02020603050405020304" charset="0"/>
              </a:rPr>
              <a:t>）。</a:t>
            </a:r>
            <a:endParaRPr lang="en-US" altLang="zh-CN" dirty="0" smtClean="0">
              <a:latin typeface="Times New Roman" panose="02020603050405020304" charset="0"/>
              <a:ea typeface="楷体" panose="02010609060101010101" charset="-122"/>
              <a:cs typeface="Times New Roman" panose="02020603050405020304" charset="0"/>
            </a:endParaRPr>
          </a:p>
          <a:p>
            <a:pPr>
              <a:buNone/>
            </a:pPr>
            <a:r>
              <a:rPr lang="zh-CN" altLang="en-US" dirty="0" smtClean="0">
                <a:latin typeface="Times New Roman" panose="02020603050405020304" charset="0"/>
                <a:ea typeface="楷体" panose="02010609060101010101" charset="-122"/>
                <a:cs typeface="Times New Roman" panose="02020603050405020304" charset="0"/>
              </a:rPr>
              <a:t>  </a:t>
            </a:r>
            <a:endParaRPr lang="en-US" altLang="zh-CN" dirty="0" smtClean="0">
              <a:latin typeface="Times New Roman" panose="02020603050405020304" charset="0"/>
              <a:ea typeface="楷体" panose="02010609060101010101" charset="-122"/>
              <a:cs typeface="Times New Roman" panose="02020603050405020304" charset="0"/>
            </a:endParaRPr>
          </a:p>
          <a:p>
            <a:pPr>
              <a:buNone/>
            </a:pPr>
            <a:r>
              <a:rPr lang="zh-CN" altLang="en-US" dirty="0" smtClean="0">
                <a:latin typeface="Times New Roman" panose="02020603050405020304" charset="0"/>
                <a:ea typeface="楷体" panose="02010609060101010101" charset="-122"/>
                <a:cs typeface="Times New Roman" panose="02020603050405020304" charset="0"/>
              </a:rPr>
              <a:t>   </a:t>
            </a:r>
            <a:r>
              <a:rPr lang="en-US" altLang="zh-CN" dirty="0" smtClean="0">
                <a:latin typeface="Times New Roman" panose="02020603050405020304" charset="0"/>
                <a:ea typeface="楷体" panose="02010609060101010101" charset="-122"/>
                <a:cs typeface="Times New Roman" panose="02020603050405020304" charset="0"/>
              </a:rPr>
              <a:t>LC-3 Simulator </a:t>
            </a:r>
            <a:r>
              <a:rPr lang="zh-CN" altLang="en-US" dirty="0" smtClean="0">
                <a:latin typeface="Times New Roman" panose="02020603050405020304" charset="0"/>
                <a:ea typeface="楷体" panose="02010609060101010101" charset="-122"/>
                <a:cs typeface="Times New Roman" panose="02020603050405020304" charset="0"/>
              </a:rPr>
              <a:t>：程序运行的仿真环境。可仿真执行目标文件代码，支持断点、单步执行等调试手段</a:t>
            </a:r>
            <a:endParaRPr lang="zh-CN" altLang="en-US" dirty="0">
              <a:latin typeface="Times New Roman" panose="02020603050405020304" charset="0"/>
              <a:ea typeface="楷体" panose="02010609060101010101" charset="-122"/>
              <a:cs typeface="Times New Roman" panose="02020603050405020304" charset="0"/>
            </a:endParaRPr>
          </a:p>
        </p:txBody>
      </p:sp>
      <p:sp>
        <p:nvSpPr>
          <p:cNvPr id="3" name="标题 2"/>
          <p:cNvSpPr>
            <a:spLocks noGrp="1"/>
          </p:cNvSpPr>
          <p:nvPr>
            <p:ph type="title"/>
          </p:nvPr>
        </p:nvSpPr>
        <p:spPr/>
        <p:txBody>
          <a:bodyPr/>
          <a:lstStyle/>
          <a:p>
            <a:r>
              <a:rPr lang="en-US" altLang="zh-CN" dirty="0" smtClean="0">
                <a:latin typeface="Times New Roman" panose="02020603050405020304" charset="0"/>
                <a:ea typeface="楷体" panose="02010609060101010101" charset="-122"/>
                <a:cs typeface="Times New Roman" panose="02020603050405020304" charset="0"/>
              </a:rPr>
              <a:t>LC-3 </a:t>
            </a:r>
            <a:r>
              <a:rPr lang="zh-CN" altLang="en-US" dirty="0" smtClean="0">
                <a:latin typeface="Times New Roman" panose="02020603050405020304" charset="0"/>
                <a:ea typeface="楷体" panose="02010609060101010101" charset="-122"/>
                <a:cs typeface="Times New Roman" panose="02020603050405020304" charset="0"/>
              </a:rPr>
              <a:t>仿真软件介绍</a:t>
            </a:r>
            <a:endParaRPr lang="zh-CN" altLang="en-US" dirty="0">
              <a:latin typeface="Times New Roman" panose="02020603050405020304" charset="0"/>
              <a:ea typeface="楷体" panose="02010609060101010101" charset="-122"/>
              <a:cs typeface="Times New Roman" panose="0202060305040502030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latin typeface="Times New Roman" panose="02020603050405020304" charset="0"/>
                <a:ea typeface="楷体" panose="02010609060101010101" charset="-122"/>
                <a:cs typeface="Times New Roman" panose="02020603050405020304" charset="0"/>
              </a:rPr>
              <a:t>LC-3 </a:t>
            </a:r>
            <a:r>
              <a:rPr lang="zh-CN" altLang="en-US" dirty="0" smtClean="0">
                <a:latin typeface="Times New Roman" panose="02020603050405020304" charset="0"/>
                <a:ea typeface="楷体" panose="02010609060101010101" charset="-122"/>
                <a:cs typeface="Times New Roman" panose="02020603050405020304" charset="0"/>
              </a:rPr>
              <a:t>仿真软件安装</a:t>
            </a:r>
            <a:endParaRPr lang="zh-CN" altLang="en-US" dirty="0">
              <a:latin typeface="Times New Roman" panose="02020603050405020304" charset="0"/>
              <a:ea typeface="楷体" panose="02010609060101010101" charset="-122"/>
              <a:cs typeface="Times New Roman" panose="02020603050405020304" charset="0"/>
            </a:endParaRPr>
          </a:p>
        </p:txBody>
      </p:sp>
      <p:sp>
        <p:nvSpPr>
          <p:cNvPr id="5" name="内容占位符 4"/>
          <p:cNvSpPr>
            <a:spLocks noGrp="1"/>
          </p:cNvSpPr>
          <p:nvPr>
            <p:ph idx="1"/>
          </p:nvPr>
        </p:nvSpPr>
        <p:spPr>
          <a:xfrm>
            <a:off x="457200" y="1481329"/>
            <a:ext cx="7931224" cy="939560"/>
          </a:xfrm>
        </p:spPr>
        <p:txBody>
          <a:bodyPr>
            <a:normAutofit fontScale="92500"/>
          </a:bodyPr>
          <a:lstStyle/>
          <a:p>
            <a:r>
              <a:rPr lang="zh-CN" altLang="en-US" dirty="0" smtClean="0">
                <a:latin typeface="Times New Roman" panose="02020603050405020304" charset="0"/>
                <a:ea typeface="楷体" panose="02010609060101010101" charset="-122"/>
                <a:cs typeface="Times New Roman" panose="02020603050405020304" charset="0"/>
              </a:rPr>
              <a:t>运行</a:t>
            </a:r>
            <a:r>
              <a:rPr lang="en-US" altLang="zh-CN" dirty="0" smtClean="0">
                <a:latin typeface="Times New Roman" panose="02020603050405020304" charset="0"/>
                <a:ea typeface="楷体" panose="02010609060101010101" charset="-122"/>
                <a:cs typeface="Times New Roman" panose="02020603050405020304" charset="0"/>
              </a:rPr>
              <a:t>”</a:t>
            </a:r>
            <a:r>
              <a:rPr lang="zh-CN" altLang="en-US" dirty="0" smtClean="0">
                <a:latin typeface="Times New Roman" panose="02020603050405020304" charset="0"/>
                <a:ea typeface="楷体" panose="02010609060101010101" charset="-122"/>
                <a:cs typeface="Times New Roman" panose="02020603050405020304" charset="0"/>
              </a:rPr>
              <a:t>仿真器</a:t>
            </a:r>
            <a:r>
              <a:rPr lang="en-US" altLang="zh-CN" dirty="0" smtClean="0">
                <a:latin typeface="Times New Roman" panose="02020603050405020304" charset="0"/>
                <a:ea typeface="楷体" panose="02010609060101010101" charset="-122"/>
                <a:cs typeface="Times New Roman" panose="02020603050405020304" charset="0"/>
              </a:rPr>
              <a:t>” </a:t>
            </a:r>
            <a:r>
              <a:rPr lang="zh-CN" altLang="en-US" dirty="0" smtClean="0">
                <a:latin typeface="Times New Roman" panose="02020603050405020304" charset="0"/>
                <a:ea typeface="楷体" panose="02010609060101010101" charset="-122"/>
                <a:cs typeface="Times New Roman" panose="02020603050405020304" charset="0"/>
              </a:rPr>
              <a:t>目录下的</a:t>
            </a:r>
            <a:r>
              <a:rPr lang="en-US" altLang="zh-CN" dirty="0" smtClean="0">
                <a:latin typeface="Times New Roman" panose="02020603050405020304" charset="0"/>
                <a:ea typeface="楷体" panose="02010609060101010101" charset="-122"/>
                <a:cs typeface="Times New Roman" panose="02020603050405020304" charset="0"/>
              </a:rPr>
              <a:t>LC301.exe</a:t>
            </a:r>
            <a:r>
              <a:rPr lang="zh-CN" altLang="en-US" dirty="0" smtClean="0">
                <a:latin typeface="Times New Roman" panose="02020603050405020304" charset="0"/>
                <a:ea typeface="楷体" panose="02010609060101010101" charset="-122"/>
                <a:cs typeface="Times New Roman" panose="02020603050405020304" charset="0"/>
              </a:rPr>
              <a:t>文件，其实质是个</a:t>
            </a:r>
            <a:r>
              <a:rPr lang="en-US" altLang="zh-CN" dirty="0" err="1" smtClean="0">
                <a:latin typeface="Times New Roman" panose="02020603050405020304" charset="0"/>
                <a:ea typeface="楷体" panose="02010609060101010101" charset="-122"/>
                <a:cs typeface="Times New Roman" panose="02020603050405020304" charset="0"/>
              </a:rPr>
              <a:t>winzip</a:t>
            </a:r>
            <a:r>
              <a:rPr lang="zh-CN" altLang="en-US" dirty="0" smtClean="0">
                <a:latin typeface="Times New Roman" panose="02020603050405020304" charset="0"/>
                <a:ea typeface="楷体" panose="02010609060101010101" charset="-122"/>
                <a:cs typeface="Times New Roman" panose="02020603050405020304" charset="0"/>
              </a:rPr>
              <a:t>压缩包，选择目录，点击“</a:t>
            </a:r>
            <a:r>
              <a:rPr lang="en-US" altLang="zh-CN" dirty="0" smtClean="0">
                <a:latin typeface="Times New Roman" panose="02020603050405020304" charset="0"/>
                <a:ea typeface="楷体" panose="02010609060101010101" charset="-122"/>
                <a:cs typeface="Times New Roman" panose="02020603050405020304" charset="0"/>
              </a:rPr>
              <a:t>Unzip</a:t>
            </a:r>
            <a:r>
              <a:rPr lang="zh-CN" altLang="en-US" dirty="0" smtClean="0">
                <a:latin typeface="Times New Roman" panose="02020603050405020304" charset="0"/>
                <a:ea typeface="楷体" panose="02010609060101010101" charset="-122"/>
                <a:cs typeface="Times New Roman" panose="02020603050405020304" charset="0"/>
              </a:rPr>
              <a:t>”即可。</a:t>
            </a:r>
            <a:endParaRPr lang="en-US" altLang="zh-CN" dirty="0" smtClean="0"/>
          </a:p>
          <a:p>
            <a:endParaRPr lang="en-US" altLang="zh-CN" dirty="0" smtClean="0"/>
          </a:p>
          <a:p>
            <a:endParaRPr lang="zh-CN" altLang="en-US" dirty="0"/>
          </a:p>
        </p:txBody>
      </p:sp>
      <p:pic>
        <p:nvPicPr>
          <p:cNvPr id="348165" name="Picture 5"/>
          <p:cNvPicPr>
            <a:picLocks noChangeAspect="1" noChangeArrowheads="1"/>
          </p:cNvPicPr>
          <p:nvPr/>
        </p:nvPicPr>
        <p:blipFill>
          <a:blip r:embed="rId1" cstate="print"/>
          <a:srcRect/>
          <a:stretch>
            <a:fillRect/>
          </a:stretch>
        </p:blipFill>
        <p:spPr bwMode="auto">
          <a:xfrm>
            <a:off x="1619672" y="2780928"/>
            <a:ext cx="5832648" cy="368377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266064"/>
            <a:ext cx="6347048" cy="795544"/>
          </a:xfrm>
        </p:spPr>
        <p:txBody>
          <a:bodyPr/>
          <a:lstStyle/>
          <a:p>
            <a:r>
              <a:rPr lang="zh-CN" altLang="en-US" dirty="0" smtClean="0">
                <a:latin typeface="Times New Roman" panose="02020603050405020304" charset="0"/>
                <a:ea typeface="楷体" panose="02010609060101010101" charset="-122"/>
                <a:cs typeface="Times New Roman" panose="02020603050405020304" charset="0"/>
              </a:rPr>
              <a:t> 运行安装目录下的</a:t>
            </a:r>
            <a:r>
              <a:rPr lang="en-US" altLang="zh-CN" dirty="0" smtClean="0">
                <a:latin typeface="Times New Roman" panose="02020603050405020304" charset="0"/>
                <a:ea typeface="楷体" panose="02010609060101010101" charset="-122"/>
                <a:cs typeface="Times New Roman" panose="02020603050405020304" charset="0"/>
              </a:rPr>
              <a:t>LC3edit.exe</a:t>
            </a:r>
            <a:r>
              <a:rPr lang="zh-CN" altLang="en-US" dirty="0" smtClean="0">
                <a:latin typeface="Times New Roman" panose="02020603050405020304" charset="0"/>
                <a:ea typeface="楷体" panose="02010609060101010101" charset="-122"/>
                <a:cs typeface="Times New Roman" panose="02020603050405020304" charset="0"/>
              </a:rPr>
              <a:t>文件</a:t>
            </a:r>
            <a:endParaRPr lang="zh-CN" altLang="en-US" dirty="0">
              <a:latin typeface="Times New Roman" panose="02020603050405020304" charset="0"/>
              <a:ea typeface="楷体" panose="02010609060101010101" charset="-122"/>
              <a:cs typeface="Times New Roman" panose="02020603050405020304" charset="0"/>
            </a:endParaRPr>
          </a:p>
        </p:txBody>
      </p:sp>
      <p:sp>
        <p:nvSpPr>
          <p:cNvPr id="3" name="标题 2"/>
          <p:cNvSpPr>
            <a:spLocks noGrp="1"/>
          </p:cNvSpPr>
          <p:nvPr>
            <p:ph type="title"/>
          </p:nvPr>
        </p:nvSpPr>
        <p:spPr/>
        <p:txBody>
          <a:bodyPr/>
          <a:lstStyle/>
          <a:p>
            <a:r>
              <a:rPr lang="zh-CN" altLang="en-US" dirty="0" smtClean="0"/>
              <a:t> </a:t>
            </a:r>
            <a:r>
              <a:rPr lang="en-US" altLang="zh-CN" dirty="0" smtClean="0">
                <a:latin typeface="Times New Roman" panose="02020603050405020304" charset="0"/>
                <a:ea typeface="楷体" panose="02010609060101010101" charset="-122"/>
                <a:cs typeface="Times New Roman" panose="02020603050405020304" charset="0"/>
              </a:rPr>
              <a:t>LC-3 Editor </a:t>
            </a:r>
            <a:r>
              <a:rPr lang="zh-CN" altLang="en-US" dirty="0" smtClean="0">
                <a:latin typeface="Times New Roman" panose="02020603050405020304" charset="0"/>
                <a:ea typeface="楷体" panose="02010609060101010101" charset="-122"/>
                <a:cs typeface="Times New Roman" panose="02020603050405020304" charset="0"/>
              </a:rPr>
              <a:t>使用</a:t>
            </a:r>
            <a:endParaRPr lang="zh-CN" altLang="en-US" dirty="0">
              <a:latin typeface="Times New Roman" panose="02020603050405020304" charset="0"/>
              <a:ea typeface="楷体" panose="02010609060101010101" charset="-122"/>
              <a:cs typeface="Times New Roman" panose="02020603050405020304" charset="0"/>
            </a:endParaRPr>
          </a:p>
        </p:txBody>
      </p:sp>
      <p:pic>
        <p:nvPicPr>
          <p:cNvPr id="349187" name="Picture 3"/>
          <p:cNvPicPr>
            <a:picLocks noChangeAspect="1" noChangeArrowheads="1"/>
          </p:cNvPicPr>
          <p:nvPr/>
        </p:nvPicPr>
        <p:blipFill>
          <a:blip r:embed="rId1" cstate="print"/>
          <a:srcRect/>
          <a:stretch>
            <a:fillRect/>
          </a:stretch>
        </p:blipFill>
        <p:spPr bwMode="auto">
          <a:xfrm>
            <a:off x="1546905" y="1845583"/>
            <a:ext cx="6264696" cy="455946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79512" y="1412776"/>
            <a:ext cx="4330824" cy="5188032"/>
          </a:xfrm>
        </p:spPr>
        <p:txBody>
          <a:bodyPr>
            <a:normAutofit fontScale="92500" lnSpcReduction="20000"/>
          </a:bodyPr>
          <a:lstStyle/>
          <a:p>
            <a:r>
              <a:rPr lang="zh-CN" altLang="en-US" dirty="0" smtClean="0">
                <a:latin typeface="Times New Roman" panose="02020603050405020304" charset="0"/>
                <a:ea typeface="楷体" panose="02010609060101010101" charset="-122"/>
                <a:cs typeface="Times New Roman" panose="02020603050405020304" charset="0"/>
              </a:rPr>
              <a:t>二进制机器码的输入和编译</a:t>
            </a:r>
            <a:endParaRPr lang="en-US" altLang="zh-CN" dirty="0" smtClean="0">
              <a:latin typeface="Times New Roman" panose="02020603050405020304" charset="0"/>
              <a:ea typeface="楷体" panose="02010609060101010101" charset="-122"/>
              <a:cs typeface="Times New Roman" panose="02020603050405020304" charset="0"/>
            </a:endParaRPr>
          </a:p>
          <a:p>
            <a:pPr>
              <a:buNone/>
            </a:pPr>
            <a:r>
              <a:rPr lang="en-US" altLang="zh-CN" dirty="0" smtClean="0">
                <a:latin typeface="Times New Roman" panose="02020603050405020304" charset="0"/>
                <a:ea typeface="楷体" panose="02010609060101010101" charset="-122"/>
                <a:cs typeface="Times New Roman" panose="02020603050405020304" charset="0"/>
              </a:rPr>
              <a:t>1</a:t>
            </a:r>
            <a:r>
              <a:rPr lang="zh-CN" altLang="en-US" dirty="0" smtClean="0">
                <a:latin typeface="Times New Roman" panose="02020603050405020304" charset="0"/>
                <a:ea typeface="楷体" panose="02010609060101010101" charset="-122"/>
                <a:cs typeface="Times New Roman" panose="02020603050405020304" charset="0"/>
              </a:rPr>
              <a:t> 在代码输入区，输入右侧代码。选择</a:t>
            </a:r>
            <a:r>
              <a:rPr lang="en-US" altLang="zh-CN" dirty="0" smtClean="0">
                <a:latin typeface="Times New Roman" panose="02020603050405020304" charset="0"/>
                <a:ea typeface="楷体" panose="02010609060101010101" charset="-122"/>
                <a:cs typeface="Times New Roman" panose="02020603050405020304" charset="0"/>
              </a:rPr>
              <a:t>File-&gt;Save</a:t>
            </a:r>
            <a:r>
              <a:rPr lang="zh-CN" altLang="en-US" dirty="0" smtClean="0">
                <a:latin typeface="Times New Roman" panose="02020603050405020304" charset="0"/>
                <a:ea typeface="楷体" panose="02010609060101010101" charset="-122"/>
                <a:cs typeface="Times New Roman" panose="02020603050405020304" charset="0"/>
              </a:rPr>
              <a:t>，命名</a:t>
            </a:r>
            <a:r>
              <a:rPr lang="en-US" altLang="zh-CN" dirty="0" smtClean="0">
                <a:latin typeface="Times New Roman" panose="02020603050405020304" charset="0"/>
                <a:ea typeface="楷体" panose="02010609060101010101" charset="-122"/>
                <a:cs typeface="Times New Roman" panose="02020603050405020304" charset="0"/>
              </a:rPr>
              <a:t>EX1.bin</a:t>
            </a:r>
            <a:r>
              <a:rPr lang="zh-CN" altLang="en-US" dirty="0" smtClean="0">
                <a:latin typeface="Times New Roman" panose="02020603050405020304" charset="0"/>
                <a:ea typeface="楷体" panose="02010609060101010101" charset="-122"/>
                <a:cs typeface="Times New Roman" panose="02020603050405020304" charset="0"/>
              </a:rPr>
              <a:t>文件。（二进制机器代码程序的后缀必需为</a:t>
            </a:r>
            <a:r>
              <a:rPr lang="en-US" altLang="zh-CN" dirty="0" smtClean="0">
                <a:latin typeface="Times New Roman" panose="02020603050405020304" charset="0"/>
                <a:ea typeface="楷体" panose="02010609060101010101" charset="-122"/>
                <a:cs typeface="Times New Roman" panose="02020603050405020304" charset="0"/>
              </a:rPr>
              <a:t>.bin</a:t>
            </a:r>
            <a:r>
              <a:rPr lang="zh-CN" altLang="en-US" dirty="0" smtClean="0">
                <a:latin typeface="Times New Roman" panose="02020603050405020304" charset="0"/>
                <a:ea typeface="楷体" panose="02010609060101010101" charset="-122"/>
                <a:cs typeface="Times New Roman" panose="02020603050405020304" charset="0"/>
              </a:rPr>
              <a:t>）</a:t>
            </a:r>
            <a:endParaRPr lang="en-US" altLang="zh-CN" dirty="0" smtClean="0">
              <a:latin typeface="Times New Roman" panose="02020603050405020304" charset="0"/>
              <a:ea typeface="楷体" panose="02010609060101010101" charset="-122"/>
              <a:cs typeface="Times New Roman" panose="02020603050405020304" charset="0"/>
            </a:endParaRPr>
          </a:p>
          <a:p>
            <a:pPr>
              <a:buNone/>
            </a:pPr>
            <a:r>
              <a:rPr lang="en-US" altLang="zh-CN" dirty="0" smtClean="0">
                <a:latin typeface="Times New Roman" panose="02020603050405020304" charset="0"/>
                <a:ea typeface="楷体" panose="02010609060101010101" charset="-122"/>
                <a:cs typeface="Times New Roman" panose="02020603050405020304" charset="0"/>
              </a:rPr>
              <a:t>2</a:t>
            </a:r>
            <a:r>
              <a:rPr lang="zh-CN" altLang="en-US" dirty="0" smtClean="0">
                <a:latin typeface="Times New Roman" panose="02020603050405020304" charset="0"/>
                <a:ea typeface="楷体" panose="02010609060101010101" charset="-122"/>
                <a:cs typeface="Times New Roman" panose="02020603050405020304" charset="0"/>
              </a:rPr>
              <a:t> 编译，选择</a:t>
            </a:r>
            <a:r>
              <a:rPr lang="en-US" altLang="zh-CN" dirty="0" smtClean="0">
                <a:latin typeface="Times New Roman" panose="02020603050405020304" charset="0"/>
                <a:ea typeface="楷体" panose="02010609060101010101" charset="-122"/>
                <a:cs typeface="Times New Roman" panose="02020603050405020304" charset="0"/>
              </a:rPr>
              <a:t>Translate-&gt;Convert Base 2</a:t>
            </a:r>
            <a:r>
              <a:rPr lang="zh-CN" altLang="en-US" dirty="0" smtClean="0">
                <a:latin typeface="Times New Roman" panose="02020603050405020304" charset="0"/>
                <a:ea typeface="楷体" panose="02010609060101010101" charset="-122"/>
                <a:cs typeface="Times New Roman" panose="02020603050405020304" charset="0"/>
              </a:rPr>
              <a:t>。信息区域提示</a:t>
            </a:r>
            <a:r>
              <a:rPr lang="en-US" altLang="zh-CN" dirty="0" smtClean="0">
                <a:latin typeface="Times New Roman" panose="02020603050405020304" charset="0"/>
                <a:ea typeface="楷体" panose="02010609060101010101" charset="-122"/>
                <a:cs typeface="Times New Roman" panose="02020603050405020304" charset="0"/>
              </a:rPr>
              <a:t>Convert Complete-0 error(s).</a:t>
            </a:r>
            <a:r>
              <a:rPr lang="zh-CN" altLang="en-US" dirty="0" smtClean="0">
                <a:latin typeface="Times New Roman" panose="02020603050405020304" charset="0"/>
                <a:ea typeface="楷体" panose="02010609060101010101" charset="-122"/>
                <a:cs typeface="Times New Roman" panose="02020603050405020304" charset="0"/>
              </a:rPr>
              <a:t>的成功信息</a:t>
            </a:r>
            <a:endParaRPr lang="en-US" altLang="zh-CN" dirty="0" smtClean="0">
              <a:latin typeface="Times New Roman" panose="02020603050405020304" charset="0"/>
              <a:ea typeface="楷体" panose="02010609060101010101" charset="-122"/>
              <a:cs typeface="Times New Roman" panose="02020603050405020304" charset="0"/>
            </a:endParaRPr>
          </a:p>
          <a:p>
            <a:pPr>
              <a:buNone/>
            </a:pPr>
            <a:r>
              <a:rPr lang="en-US" altLang="zh-CN" dirty="0" smtClean="0">
                <a:latin typeface="Times New Roman" panose="02020603050405020304" charset="0"/>
                <a:ea typeface="楷体" panose="02010609060101010101" charset="-122"/>
                <a:cs typeface="Times New Roman" panose="02020603050405020304" charset="0"/>
              </a:rPr>
              <a:t>3</a:t>
            </a:r>
            <a:r>
              <a:rPr lang="zh-CN" altLang="en-US" dirty="0" smtClean="0">
                <a:latin typeface="Times New Roman" panose="02020603050405020304" charset="0"/>
                <a:ea typeface="楷体" panose="02010609060101010101" charset="-122"/>
                <a:cs typeface="Times New Roman" panose="02020603050405020304" charset="0"/>
              </a:rPr>
              <a:t> 在</a:t>
            </a:r>
            <a:r>
              <a:rPr lang="en-US" altLang="zh-CN" dirty="0" smtClean="0">
                <a:latin typeface="Times New Roman" panose="02020603050405020304" charset="0"/>
                <a:ea typeface="楷体" panose="02010609060101010101" charset="-122"/>
                <a:cs typeface="Times New Roman" panose="02020603050405020304" charset="0"/>
              </a:rPr>
              <a:t>EX1.bin</a:t>
            </a:r>
            <a:r>
              <a:rPr lang="zh-CN" altLang="en-US" dirty="0" smtClean="0">
                <a:latin typeface="Times New Roman" panose="02020603050405020304" charset="0"/>
                <a:ea typeface="楷体" panose="02010609060101010101" charset="-122"/>
                <a:cs typeface="Times New Roman" panose="02020603050405020304" charset="0"/>
              </a:rPr>
              <a:t>对应的文件夹中会产生</a:t>
            </a:r>
            <a:r>
              <a:rPr lang="en-US" altLang="zh-CN" dirty="0" smtClean="0">
                <a:latin typeface="Times New Roman" panose="02020603050405020304" charset="0"/>
                <a:ea typeface="楷体" panose="02010609060101010101" charset="-122"/>
                <a:cs typeface="Times New Roman" panose="02020603050405020304" charset="0"/>
              </a:rPr>
              <a:t>EX1.obj</a:t>
            </a:r>
            <a:r>
              <a:rPr lang="zh-CN" altLang="en-US" dirty="0" smtClean="0">
                <a:latin typeface="Times New Roman" panose="02020603050405020304" charset="0"/>
                <a:ea typeface="楷体" panose="02010609060101010101" charset="-122"/>
                <a:cs typeface="Times New Roman" panose="02020603050405020304" charset="0"/>
              </a:rPr>
              <a:t>文件，可在</a:t>
            </a:r>
            <a:r>
              <a:rPr lang="en-US" altLang="zh-CN" dirty="0" smtClean="0">
                <a:latin typeface="Times New Roman" panose="02020603050405020304" charset="0"/>
                <a:ea typeface="楷体" panose="02010609060101010101" charset="-122"/>
                <a:cs typeface="Times New Roman" panose="02020603050405020304" charset="0"/>
              </a:rPr>
              <a:t>LC-3 Simulator </a:t>
            </a:r>
            <a:r>
              <a:rPr lang="zh-CN" altLang="en-US" dirty="0" smtClean="0">
                <a:latin typeface="Times New Roman" panose="02020603050405020304" charset="0"/>
                <a:ea typeface="楷体" panose="02010609060101010101" charset="-122"/>
                <a:cs typeface="Times New Roman" panose="02020603050405020304" charset="0"/>
              </a:rPr>
              <a:t>中执行。</a:t>
            </a:r>
            <a:endParaRPr lang="en-US" altLang="zh-CN" dirty="0" smtClean="0"/>
          </a:p>
          <a:p>
            <a:pPr>
              <a:buNone/>
            </a:pPr>
            <a:r>
              <a:rPr lang="en-US" altLang="zh-CN" dirty="0" smtClean="0"/>
              <a:t>   </a:t>
            </a:r>
            <a:endParaRPr lang="en-US" altLang="zh-CN" dirty="0" smtClean="0"/>
          </a:p>
          <a:p>
            <a:endParaRPr lang="en-US" altLang="zh-CN" dirty="0" smtClean="0"/>
          </a:p>
        </p:txBody>
      </p:sp>
      <p:sp>
        <p:nvSpPr>
          <p:cNvPr id="3" name="标题 2"/>
          <p:cNvSpPr>
            <a:spLocks noGrp="1"/>
          </p:cNvSpPr>
          <p:nvPr>
            <p:ph type="title"/>
          </p:nvPr>
        </p:nvSpPr>
        <p:spPr>
          <a:xfrm>
            <a:off x="313690" y="131128"/>
            <a:ext cx="8229600" cy="1143000"/>
          </a:xfrm>
        </p:spPr>
        <p:txBody>
          <a:bodyPr/>
          <a:lstStyle/>
          <a:p>
            <a:r>
              <a:rPr lang="zh-CN" altLang="en-US" dirty="0" smtClean="0"/>
              <a:t> </a:t>
            </a:r>
            <a:r>
              <a:rPr lang="en-US" altLang="zh-CN" dirty="0" smtClean="0">
                <a:latin typeface="Times New Roman" panose="02020603050405020304" charset="0"/>
                <a:ea typeface="楷体" panose="02010609060101010101" charset="-122"/>
                <a:cs typeface="Times New Roman" panose="02020603050405020304" charset="0"/>
              </a:rPr>
              <a:t>LC-3 Editor </a:t>
            </a:r>
            <a:r>
              <a:rPr lang="zh-CN" altLang="en-US" dirty="0" smtClean="0">
                <a:latin typeface="Times New Roman" panose="02020603050405020304" charset="0"/>
                <a:ea typeface="楷体" panose="02010609060101010101" charset="-122"/>
                <a:cs typeface="Times New Roman" panose="02020603050405020304" charset="0"/>
              </a:rPr>
              <a:t>使用</a:t>
            </a:r>
            <a:r>
              <a:rPr lang="en-US" altLang="zh-CN" dirty="0" smtClean="0">
                <a:latin typeface="Times New Roman" panose="02020603050405020304" charset="0"/>
                <a:ea typeface="楷体" panose="02010609060101010101" charset="-122"/>
                <a:cs typeface="Times New Roman" panose="02020603050405020304" charset="0"/>
              </a:rPr>
              <a:t>-</a:t>
            </a:r>
            <a:r>
              <a:rPr lang="zh-CN" altLang="en-US" dirty="0" smtClean="0">
                <a:latin typeface="Times New Roman" panose="02020603050405020304" charset="0"/>
                <a:ea typeface="楷体" panose="02010609060101010101" charset="-122"/>
                <a:cs typeface="Times New Roman" panose="02020603050405020304" charset="0"/>
              </a:rPr>
              <a:t>二进制机器码</a:t>
            </a:r>
            <a:endParaRPr lang="zh-CN" altLang="en-US" dirty="0">
              <a:latin typeface="Times New Roman" panose="02020603050405020304" charset="0"/>
              <a:ea typeface="楷体" panose="02010609060101010101" charset="-122"/>
              <a:cs typeface="Times New Roman" panose="02020603050405020304" charset="0"/>
            </a:endParaRPr>
          </a:p>
        </p:txBody>
      </p:sp>
      <p:sp>
        <p:nvSpPr>
          <p:cNvPr id="4" name="内容占位符 1"/>
          <p:cNvSpPr txBox="1"/>
          <p:nvPr/>
        </p:nvSpPr>
        <p:spPr>
          <a:xfrm>
            <a:off x="5004435" y="1053465"/>
            <a:ext cx="3528695" cy="2376170"/>
          </a:xfrm>
          <a:prstGeom prst="rect">
            <a:avLst/>
          </a:prstGeom>
        </p:spPr>
        <p:txBody>
          <a:bodyPr vert="horz">
            <a:noAutofit/>
          </a:bodyPr>
          <a:lstStyle/>
          <a:p>
            <a:pPr marL="365760" marR="0" lvl="0" indent="-255905" algn="l" defTabSz="914400" rtl="0" eaLnBrk="1" fontAlgn="auto" latinLnBrk="0" hangingPunct="1">
              <a:lnSpc>
                <a:spcPct val="100000"/>
              </a:lnSpc>
              <a:spcBef>
                <a:spcPts val="400"/>
              </a:spcBef>
              <a:spcAft>
                <a:spcPts val="0"/>
              </a:spcAft>
              <a:buClr>
                <a:schemeClr val="accent1"/>
              </a:buClr>
              <a:buSzPct val="68000"/>
              <a:buFont typeface="Wingdings 3" panose="05040102010807070707"/>
              <a:buNone/>
              <a:defRPr/>
            </a:pPr>
            <a:r>
              <a:rPr kumimoji="0" lang="en-US" altLang="zh-CN" sz="1100" b="0" i="0" u="none" strike="noStrike" kern="1200" cap="none" spc="0" normalizeH="0" baseline="0" noProof="0" dirty="0" smtClean="0">
                <a:ln>
                  <a:noFill/>
                </a:ln>
                <a:solidFill>
                  <a:schemeClr val="tx1"/>
                </a:solidFill>
                <a:effectLst/>
                <a:uLnTx/>
                <a:uFillTx/>
                <a:latin typeface="Times New Roman" panose="02020603050405020304" charset="0"/>
                <a:ea typeface="+mn-ea"/>
                <a:cs typeface="Times New Roman" panose="02020603050405020304" charset="0"/>
              </a:rPr>
              <a:t>0011000000000000</a:t>
            </a:r>
            <a:endParaRPr kumimoji="0" lang="en-US" altLang="zh-CN" sz="1100" b="0" i="0" u="none" strike="noStrike" kern="1200" cap="none" spc="0" normalizeH="0" baseline="0" noProof="0" dirty="0" smtClean="0">
              <a:ln>
                <a:noFill/>
              </a:ln>
              <a:solidFill>
                <a:schemeClr val="tx1"/>
              </a:solidFill>
              <a:effectLst/>
              <a:uLnTx/>
              <a:uFillTx/>
              <a:latin typeface="Times New Roman" panose="02020603050405020304" charset="0"/>
              <a:ea typeface="+mn-ea"/>
              <a:cs typeface="Times New Roman" panose="02020603050405020304" charset="0"/>
            </a:endParaRPr>
          </a:p>
          <a:p>
            <a:pPr marL="365760" marR="0" lvl="0" indent="-255905" algn="l" defTabSz="914400" rtl="0" eaLnBrk="1" fontAlgn="auto" latinLnBrk="0" hangingPunct="1">
              <a:lnSpc>
                <a:spcPct val="100000"/>
              </a:lnSpc>
              <a:spcBef>
                <a:spcPts val="400"/>
              </a:spcBef>
              <a:spcAft>
                <a:spcPts val="0"/>
              </a:spcAft>
              <a:buClr>
                <a:schemeClr val="accent1"/>
              </a:buClr>
              <a:buSzPct val="68000"/>
              <a:buFont typeface="Wingdings 3" panose="05040102010807070707"/>
              <a:buNone/>
              <a:defRPr/>
            </a:pPr>
            <a:r>
              <a:rPr kumimoji="0" lang="en-US" altLang="zh-CN" sz="1100" b="0" i="0" u="none" strike="noStrike" kern="1200" cap="none" spc="0" normalizeH="0" baseline="0" noProof="0" dirty="0" smtClean="0">
                <a:ln>
                  <a:noFill/>
                </a:ln>
                <a:solidFill>
                  <a:schemeClr val="tx1"/>
                </a:solidFill>
                <a:effectLst/>
                <a:uLnTx/>
                <a:uFillTx/>
                <a:latin typeface="Times New Roman" panose="02020603050405020304" charset="0"/>
                <a:ea typeface="+mn-ea"/>
                <a:cs typeface="Times New Roman" panose="02020603050405020304" charset="0"/>
              </a:rPr>
              <a:t>0101001001100000</a:t>
            </a:r>
            <a:endParaRPr kumimoji="0" lang="en-US" altLang="zh-CN" sz="1100" b="0" i="0" u="none" strike="noStrike" kern="1200" cap="none" spc="0" normalizeH="0" baseline="0" noProof="0" dirty="0" smtClean="0">
              <a:ln>
                <a:noFill/>
              </a:ln>
              <a:solidFill>
                <a:schemeClr val="tx1"/>
              </a:solidFill>
              <a:effectLst/>
              <a:uLnTx/>
              <a:uFillTx/>
              <a:latin typeface="Times New Roman" panose="02020603050405020304" charset="0"/>
              <a:ea typeface="+mn-ea"/>
              <a:cs typeface="Times New Roman" panose="02020603050405020304" charset="0"/>
            </a:endParaRPr>
          </a:p>
          <a:p>
            <a:pPr marL="365760" marR="0" lvl="0" indent="-255905" algn="l" defTabSz="914400" rtl="0" eaLnBrk="1" fontAlgn="auto" latinLnBrk="0" hangingPunct="1">
              <a:lnSpc>
                <a:spcPct val="100000"/>
              </a:lnSpc>
              <a:spcBef>
                <a:spcPts val="400"/>
              </a:spcBef>
              <a:spcAft>
                <a:spcPts val="0"/>
              </a:spcAft>
              <a:buClr>
                <a:schemeClr val="accent1"/>
              </a:buClr>
              <a:buSzPct val="68000"/>
              <a:buFont typeface="Wingdings 3" panose="05040102010807070707"/>
              <a:buNone/>
              <a:defRPr/>
            </a:pPr>
            <a:r>
              <a:rPr kumimoji="0" lang="en-US" altLang="zh-CN" sz="1100" b="0" i="0" u="none" strike="noStrike" kern="1200" cap="none" spc="0" normalizeH="0" baseline="0" noProof="0" dirty="0" smtClean="0">
                <a:ln>
                  <a:noFill/>
                </a:ln>
                <a:solidFill>
                  <a:schemeClr val="tx1"/>
                </a:solidFill>
                <a:effectLst/>
                <a:uLnTx/>
                <a:uFillTx/>
                <a:latin typeface="Times New Roman" panose="02020603050405020304" charset="0"/>
                <a:ea typeface="+mn-ea"/>
                <a:cs typeface="Times New Roman" panose="02020603050405020304" charset="0"/>
              </a:rPr>
              <a:t>0101100100100000</a:t>
            </a:r>
            <a:endParaRPr kumimoji="0" lang="en-US" altLang="zh-CN" sz="1100" b="0" i="0" u="none" strike="noStrike" kern="1200" cap="none" spc="0" normalizeH="0" baseline="0" noProof="0" dirty="0" smtClean="0">
              <a:ln>
                <a:noFill/>
              </a:ln>
              <a:solidFill>
                <a:schemeClr val="tx1"/>
              </a:solidFill>
              <a:effectLst/>
              <a:uLnTx/>
              <a:uFillTx/>
              <a:latin typeface="Times New Roman" panose="02020603050405020304" charset="0"/>
              <a:ea typeface="+mn-ea"/>
              <a:cs typeface="Times New Roman" panose="02020603050405020304" charset="0"/>
            </a:endParaRPr>
          </a:p>
          <a:p>
            <a:pPr marL="365760" marR="0" lvl="0" indent="-255905" algn="l" defTabSz="914400" rtl="0" eaLnBrk="1" fontAlgn="auto" latinLnBrk="0" hangingPunct="1">
              <a:lnSpc>
                <a:spcPct val="100000"/>
              </a:lnSpc>
              <a:spcBef>
                <a:spcPts val="400"/>
              </a:spcBef>
              <a:spcAft>
                <a:spcPts val="0"/>
              </a:spcAft>
              <a:buClr>
                <a:schemeClr val="accent1"/>
              </a:buClr>
              <a:buSzPct val="68000"/>
              <a:buFont typeface="Wingdings 3" panose="05040102010807070707"/>
              <a:buNone/>
              <a:defRPr/>
            </a:pPr>
            <a:r>
              <a:rPr kumimoji="0" lang="en-US" altLang="zh-CN" sz="1100" b="0" i="0" u="none" strike="noStrike" kern="1200" cap="none" spc="0" normalizeH="0" baseline="0" noProof="0" dirty="0" smtClean="0">
                <a:ln>
                  <a:noFill/>
                </a:ln>
                <a:solidFill>
                  <a:schemeClr val="tx1"/>
                </a:solidFill>
                <a:effectLst/>
                <a:uLnTx/>
                <a:uFillTx/>
                <a:latin typeface="Times New Roman" panose="02020603050405020304" charset="0"/>
                <a:ea typeface="+mn-ea"/>
                <a:cs typeface="Times New Roman" panose="02020603050405020304" charset="0"/>
              </a:rPr>
              <a:t>0001100100101010</a:t>
            </a:r>
            <a:endParaRPr kumimoji="0" lang="en-US" altLang="zh-CN" sz="1100" b="0" i="0" u="none" strike="noStrike" kern="1200" cap="none" spc="0" normalizeH="0" baseline="0" noProof="0" dirty="0" smtClean="0">
              <a:ln>
                <a:noFill/>
              </a:ln>
              <a:solidFill>
                <a:schemeClr val="tx1"/>
              </a:solidFill>
              <a:effectLst/>
              <a:uLnTx/>
              <a:uFillTx/>
              <a:latin typeface="Times New Roman" panose="02020603050405020304" charset="0"/>
              <a:ea typeface="+mn-ea"/>
              <a:cs typeface="Times New Roman" panose="02020603050405020304" charset="0"/>
            </a:endParaRPr>
          </a:p>
          <a:p>
            <a:pPr marL="365760" marR="0" lvl="0" indent="-255905" algn="l" defTabSz="914400" rtl="0" eaLnBrk="1" fontAlgn="auto" latinLnBrk="0" hangingPunct="1">
              <a:lnSpc>
                <a:spcPct val="100000"/>
              </a:lnSpc>
              <a:spcBef>
                <a:spcPts val="400"/>
              </a:spcBef>
              <a:spcAft>
                <a:spcPts val="0"/>
              </a:spcAft>
              <a:buClr>
                <a:schemeClr val="accent1"/>
              </a:buClr>
              <a:buSzPct val="68000"/>
              <a:buFont typeface="Wingdings 3" panose="05040102010807070707"/>
              <a:buNone/>
              <a:defRPr/>
            </a:pPr>
            <a:r>
              <a:rPr kumimoji="0" lang="en-US" altLang="zh-CN" sz="1100" b="0" i="0" u="none" strike="noStrike" kern="1200" cap="none" spc="0" normalizeH="0" baseline="0" noProof="0" dirty="0" smtClean="0">
                <a:ln>
                  <a:noFill/>
                </a:ln>
                <a:solidFill>
                  <a:schemeClr val="tx1"/>
                </a:solidFill>
                <a:effectLst/>
                <a:uLnTx/>
                <a:uFillTx/>
                <a:latin typeface="Times New Roman" panose="02020603050405020304" charset="0"/>
                <a:ea typeface="+mn-ea"/>
                <a:cs typeface="Times New Roman" panose="02020603050405020304" charset="0"/>
              </a:rPr>
              <a:t>1110010011111100</a:t>
            </a:r>
            <a:endParaRPr kumimoji="0" lang="en-US" altLang="zh-CN" sz="1100" b="0" i="0" u="none" strike="noStrike" kern="1200" cap="none" spc="0" normalizeH="0" baseline="0" noProof="0" dirty="0" smtClean="0">
              <a:ln>
                <a:noFill/>
              </a:ln>
              <a:solidFill>
                <a:schemeClr val="tx1"/>
              </a:solidFill>
              <a:effectLst/>
              <a:uLnTx/>
              <a:uFillTx/>
              <a:latin typeface="Times New Roman" panose="02020603050405020304" charset="0"/>
              <a:ea typeface="+mn-ea"/>
              <a:cs typeface="Times New Roman" panose="02020603050405020304" charset="0"/>
            </a:endParaRPr>
          </a:p>
          <a:p>
            <a:pPr marL="365760" marR="0" lvl="0" indent="-255905" algn="l" defTabSz="914400" rtl="0" eaLnBrk="1" fontAlgn="auto" latinLnBrk="0" hangingPunct="1">
              <a:lnSpc>
                <a:spcPct val="100000"/>
              </a:lnSpc>
              <a:spcBef>
                <a:spcPts val="400"/>
              </a:spcBef>
              <a:spcAft>
                <a:spcPts val="0"/>
              </a:spcAft>
              <a:buClr>
                <a:schemeClr val="accent1"/>
              </a:buClr>
              <a:buSzPct val="68000"/>
              <a:buFont typeface="Wingdings 3" panose="05040102010807070707"/>
              <a:buNone/>
              <a:defRPr/>
            </a:pPr>
            <a:r>
              <a:rPr kumimoji="0" lang="en-US" altLang="zh-CN" sz="1100" b="0" i="0" u="none" strike="noStrike" kern="1200" cap="none" spc="0" normalizeH="0" baseline="0" noProof="0" dirty="0" smtClean="0">
                <a:ln>
                  <a:noFill/>
                </a:ln>
                <a:solidFill>
                  <a:schemeClr val="tx1"/>
                </a:solidFill>
                <a:effectLst/>
                <a:uLnTx/>
                <a:uFillTx/>
                <a:latin typeface="Times New Roman" panose="02020603050405020304" charset="0"/>
                <a:ea typeface="+mn-ea"/>
                <a:cs typeface="Times New Roman" panose="02020603050405020304" charset="0"/>
              </a:rPr>
              <a:t>0110011010000000</a:t>
            </a:r>
            <a:endParaRPr kumimoji="0" lang="en-US" altLang="zh-CN" sz="1100" b="0" i="0" u="none" strike="noStrike" kern="1200" cap="none" spc="0" normalizeH="0" baseline="0" noProof="0" dirty="0" smtClean="0">
              <a:ln>
                <a:noFill/>
              </a:ln>
              <a:solidFill>
                <a:schemeClr val="tx1"/>
              </a:solidFill>
              <a:effectLst/>
              <a:uLnTx/>
              <a:uFillTx/>
              <a:latin typeface="Times New Roman" panose="02020603050405020304" charset="0"/>
              <a:ea typeface="+mn-ea"/>
              <a:cs typeface="Times New Roman" panose="02020603050405020304" charset="0"/>
            </a:endParaRPr>
          </a:p>
          <a:p>
            <a:pPr marL="365760" marR="0" lvl="0" indent="-255905" algn="l" defTabSz="914400" rtl="0" eaLnBrk="1" fontAlgn="auto" latinLnBrk="0" hangingPunct="1">
              <a:lnSpc>
                <a:spcPct val="100000"/>
              </a:lnSpc>
              <a:spcBef>
                <a:spcPts val="400"/>
              </a:spcBef>
              <a:spcAft>
                <a:spcPts val="0"/>
              </a:spcAft>
              <a:buClr>
                <a:schemeClr val="accent1"/>
              </a:buClr>
              <a:buSzPct val="68000"/>
              <a:buFont typeface="Wingdings 3" panose="05040102010807070707"/>
              <a:buNone/>
              <a:defRPr/>
            </a:pPr>
            <a:r>
              <a:rPr kumimoji="0" lang="en-US" altLang="zh-CN" sz="1100" b="0" i="0" u="none" strike="noStrike" kern="1200" cap="none" spc="0" normalizeH="0" baseline="0" noProof="0" dirty="0" smtClean="0">
                <a:ln>
                  <a:noFill/>
                </a:ln>
                <a:solidFill>
                  <a:schemeClr val="tx1"/>
                </a:solidFill>
                <a:effectLst/>
                <a:uLnTx/>
                <a:uFillTx/>
                <a:latin typeface="Times New Roman" panose="02020603050405020304" charset="0"/>
                <a:ea typeface="+mn-ea"/>
                <a:cs typeface="Times New Roman" panose="02020603050405020304" charset="0"/>
              </a:rPr>
              <a:t>0001010010100001</a:t>
            </a:r>
            <a:endParaRPr kumimoji="0" lang="en-US" altLang="zh-CN" sz="1100" b="0" i="0" u="none" strike="noStrike" kern="1200" cap="none" spc="0" normalizeH="0" baseline="0" noProof="0" dirty="0" smtClean="0">
              <a:ln>
                <a:noFill/>
              </a:ln>
              <a:solidFill>
                <a:schemeClr val="tx1"/>
              </a:solidFill>
              <a:effectLst/>
              <a:uLnTx/>
              <a:uFillTx/>
              <a:latin typeface="Times New Roman" panose="02020603050405020304" charset="0"/>
              <a:ea typeface="+mn-ea"/>
              <a:cs typeface="Times New Roman" panose="02020603050405020304" charset="0"/>
            </a:endParaRPr>
          </a:p>
          <a:p>
            <a:pPr marL="365760" marR="0" lvl="0" indent="-255905" algn="l" defTabSz="914400" rtl="0" eaLnBrk="1" fontAlgn="auto" latinLnBrk="0" hangingPunct="1">
              <a:lnSpc>
                <a:spcPct val="100000"/>
              </a:lnSpc>
              <a:spcBef>
                <a:spcPts val="400"/>
              </a:spcBef>
              <a:spcAft>
                <a:spcPts val="0"/>
              </a:spcAft>
              <a:buClr>
                <a:schemeClr val="accent1"/>
              </a:buClr>
              <a:buSzPct val="68000"/>
              <a:buFont typeface="Wingdings 3" panose="05040102010807070707"/>
              <a:buNone/>
              <a:defRPr/>
            </a:pPr>
            <a:r>
              <a:rPr kumimoji="0" lang="en-US" altLang="zh-CN" sz="1100" b="0" i="0" u="none" strike="noStrike" kern="1200" cap="none" spc="0" normalizeH="0" baseline="0" noProof="0" dirty="0" smtClean="0">
                <a:ln>
                  <a:noFill/>
                </a:ln>
                <a:solidFill>
                  <a:schemeClr val="tx1"/>
                </a:solidFill>
                <a:effectLst/>
                <a:uLnTx/>
                <a:uFillTx/>
                <a:latin typeface="Times New Roman" panose="02020603050405020304" charset="0"/>
                <a:ea typeface="+mn-ea"/>
                <a:cs typeface="Times New Roman" panose="02020603050405020304" charset="0"/>
              </a:rPr>
              <a:t>0001001001000011</a:t>
            </a:r>
            <a:endParaRPr kumimoji="0" lang="en-US" altLang="zh-CN" sz="1100" b="0" i="0" u="none" strike="noStrike" kern="1200" cap="none" spc="0" normalizeH="0" baseline="0" noProof="0" dirty="0" smtClean="0">
              <a:ln>
                <a:noFill/>
              </a:ln>
              <a:solidFill>
                <a:schemeClr val="tx1"/>
              </a:solidFill>
              <a:effectLst/>
              <a:uLnTx/>
              <a:uFillTx/>
              <a:latin typeface="Times New Roman" panose="02020603050405020304" charset="0"/>
              <a:ea typeface="+mn-ea"/>
              <a:cs typeface="Times New Roman" panose="02020603050405020304" charset="0"/>
            </a:endParaRPr>
          </a:p>
          <a:p>
            <a:pPr marL="365760" marR="0" lvl="0" indent="-255905" algn="l" defTabSz="914400" rtl="0" eaLnBrk="1" fontAlgn="auto" latinLnBrk="0" hangingPunct="1">
              <a:lnSpc>
                <a:spcPct val="100000"/>
              </a:lnSpc>
              <a:spcBef>
                <a:spcPts val="400"/>
              </a:spcBef>
              <a:spcAft>
                <a:spcPts val="0"/>
              </a:spcAft>
              <a:buClr>
                <a:schemeClr val="accent1"/>
              </a:buClr>
              <a:buSzPct val="68000"/>
              <a:buFont typeface="Wingdings 3" panose="05040102010807070707"/>
              <a:buNone/>
              <a:defRPr/>
            </a:pPr>
            <a:r>
              <a:rPr kumimoji="0" lang="en-US" altLang="zh-CN" sz="1100" b="0" i="0" u="none" strike="noStrike" kern="1200" cap="none" spc="0" normalizeH="0" baseline="0" noProof="0" dirty="0" smtClean="0">
                <a:ln>
                  <a:noFill/>
                </a:ln>
                <a:solidFill>
                  <a:schemeClr val="tx1"/>
                </a:solidFill>
                <a:effectLst/>
                <a:uLnTx/>
                <a:uFillTx/>
                <a:latin typeface="Times New Roman" panose="02020603050405020304" charset="0"/>
                <a:ea typeface="+mn-ea"/>
                <a:cs typeface="Times New Roman" panose="02020603050405020304" charset="0"/>
              </a:rPr>
              <a:t>0001100100111111</a:t>
            </a:r>
            <a:endParaRPr kumimoji="0" lang="en-US" altLang="zh-CN" sz="1100" b="0" i="0" u="none" strike="noStrike" kern="1200" cap="none" spc="0" normalizeH="0" baseline="0" noProof="0" dirty="0" smtClean="0">
              <a:ln>
                <a:noFill/>
              </a:ln>
              <a:solidFill>
                <a:schemeClr val="tx1"/>
              </a:solidFill>
              <a:effectLst/>
              <a:uLnTx/>
              <a:uFillTx/>
              <a:latin typeface="Times New Roman" panose="02020603050405020304" charset="0"/>
              <a:ea typeface="+mn-ea"/>
              <a:cs typeface="Times New Roman" panose="02020603050405020304" charset="0"/>
            </a:endParaRPr>
          </a:p>
          <a:p>
            <a:pPr marL="365760" marR="0" lvl="0" indent="-255905" algn="l" defTabSz="914400" rtl="0" eaLnBrk="1" fontAlgn="auto" latinLnBrk="0" hangingPunct="1">
              <a:lnSpc>
                <a:spcPct val="100000"/>
              </a:lnSpc>
              <a:spcBef>
                <a:spcPts val="400"/>
              </a:spcBef>
              <a:spcAft>
                <a:spcPts val="0"/>
              </a:spcAft>
              <a:buClr>
                <a:schemeClr val="accent1"/>
              </a:buClr>
              <a:buSzPct val="68000"/>
              <a:buFont typeface="Wingdings 3" panose="05040102010807070707"/>
              <a:buNone/>
              <a:defRPr/>
            </a:pPr>
            <a:r>
              <a:rPr kumimoji="0" lang="en-US" altLang="zh-CN" sz="1100" b="0" i="0" u="none" strike="noStrike" kern="1200" cap="none" spc="0" normalizeH="0" baseline="0" noProof="0" dirty="0" smtClean="0">
                <a:ln>
                  <a:noFill/>
                </a:ln>
                <a:solidFill>
                  <a:schemeClr val="tx1"/>
                </a:solidFill>
                <a:effectLst/>
                <a:uLnTx/>
                <a:uFillTx/>
                <a:latin typeface="Times New Roman" panose="02020603050405020304" charset="0"/>
                <a:ea typeface="+mn-ea"/>
                <a:cs typeface="Times New Roman" panose="02020603050405020304" charset="0"/>
              </a:rPr>
              <a:t>0000001111111011</a:t>
            </a:r>
            <a:endParaRPr kumimoji="0" lang="en-US" altLang="zh-CN" sz="1100" b="0" i="0" u="none" strike="noStrike" kern="1200" cap="none" spc="0" normalizeH="0" baseline="0" noProof="0" dirty="0" smtClean="0">
              <a:ln>
                <a:noFill/>
              </a:ln>
              <a:solidFill>
                <a:schemeClr val="tx1"/>
              </a:solidFill>
              <a:effectLst/>
              <a:uLnTx/>
              <a:uFillTx/>
              <a:latin typeface="Times New Roman" panose="02020603050405020304" charset="0"/>
              <a:ea typeface="+mn-ea"/>
              <a:cs typeface="Times New Roman" panose="02020603050405020304" charset="0"/>
            </a:endParaRPr>
          </a:p>
          <a:p>
            <a:pPr marL="365760" marR="0" lvl="0" indent="-255905" algn="l" defTabSz="914400" rtl="0" eaLnBrk="1" fontAlgn="auto" latinLnBrk="0" hangingPunct="1">
              <a:lnSpc>
                <a:spcPct val="100000"/>
              </a:lnSpc>
              <a:spcBef>
                <a:spcPts val="400"/>
              </a:spcBef>
              <a:spcAft>
                <a:spcPts val="0"/>
              </a:spcAft>
              <a:buClr>
                <a:schemeClr val="accent1"/>
              </a:buClr>
              <a:buSzPct val="68000"/>
              <a:buFont typeface="Wingdings 3" panose="05040102010807070707"/>
              <a:buNone/>
              <a:defRPr/>
            </a:pPr>
            <a:r>
              <a:rPr kumimoji="0" lang="en-US" altLang="zh-CN" sz="1100" b="0" i="0" u="none" strike="noStrike" kern="1200" cap="none" spc="0" normalizeH="0" baseline="0" noProof="0" dirty="0" smtClean="0">
                <a:ln>
                  <a:noFill/>
                </a:ln>
                <a:solidFill>
                  <a:schemeClr val="tx1"/>
                </a:solidFill>
                <a:effectLst/>
                <a:uLnTx/>
                <a:uFillTx/>
                <a:latin typeface="Times New Roman" panose="02020603050405020304" charset="0"/>
                <a:ea typeface="+mn-ea"/>
                <a:cs typeface="Times New Roman" panose="02020603050405020304" charset="0"/>
              </a:rPr>
              <a:t>1111000000100101</a:t>
            </a:r>
            <a:endParaRPr kumimoji="0" lang="en-US" altLang="zh-CN" sz="1100" b="0" i="0" u="none" strike="noStrike" kern="1200" cap="none" spc="0" normalizeH="0" baseline="0" noProof="0" dirty="0" smtClean="0">
              <a:ln>
                <a:noFill/>
              </a:ln>
              <a:solidFill>
                <a:schemeClr val="tx1"/>
              </a:solidFill>
              <a:effectLst/>
              <a:uLnTx/>
              <a:uFillTx/>
              <a:latin typeface="Times New Roman" panose="02020603050405020304" charset="0"/>
              <a:ea typeface="+mn-ea"/>
              <a:cs typeface="Times New Roman" panose="02020603050405020304" charset="0"/>
            </a:endParaRPr>
          </a:p>
        </p:txBody>
      </p:sp>
      <p:pic>
        <p:nvPicPr>
          <p:cNvPr id="350210" name="Picture 2"/>
          <p:cNvPicPr>
            <a:picLocks noChangeAspect="1" noChangeArrowheads="1"/>
          </p:cNvPicPr>
          <p:nvPr/>
        </p:nvPicPr>
        <p:blipFill>
          <a:blip r:embed="rId1" cstate="print"/>
          <a:srcRect/>
          <a:stretch>
            <a:fillRect/>
          </a:stretch>
        </p:blipFill>
        <p:spPr bwMode="auto">
          <a:xfrm>
            <a:off x="5003795" y="3501261"/>
            <a:ext cx="3917456" cy="328498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79512" y="1412776"/>
            <a:ext cx="4330824" cy="5188032"/>
          </a:xfrm>
        </p:spPr>
        <p:txBody>
          <a:bodyPr>
            <a:normAutofit fontScale="85000" lnSpcReduction="10000"/>
          </a:bodyPr>
          <a:lstStyle/>
          <a:p>
            <a:r>
              <a:rPr lang="en-US" altLang="zh-CN" dirty="0" smtClean="0">
                <a:latin typeface="Times New Roman" panose="02020603050405020304" charset="0"/>
                <a:ea typeface="楷体" panose="02010609060101010101" charset="-122"/>
                <a:cs typeface="Times New Roman" panose="02020603050405020304" charset="0"/>
              </a:rPr>
              <a:t>16</a:t>
            </a:r>
            <a:r>
              <a:rPr lang="zh-CN" altLang="en-US" dirty="0" smtClean="0">
                <a:latin typeface="Times New Roman" panose="02020603050405020304" charset="0"/>
                <a:ea typeface="楷体" panose="02010609060101010101" charset="-122"/>
                <a:cs typeface="Times New Roman" panose="02020603050405020304" charset="0"/>
              </a:rPr>
              <a:t>进制机器码的输入和编译</a:t>
            </a:r>
            <a:endParaRPr lang="en-US" altLang="zh-CN" dirty="0" smtClean="0">
              <a:latin typeface="Times New Roman" panose="02020603050405020304" charset="0"/>
              <a:ea typeface="楷体" panose="02010609060101010101" charset="-122"/>
              <a:cs typeface="Times New Roman" panose="02020603050405020304" charset="0"/>
            </a:endParaRPr>
          </a:p>
          <a:p>
            <a:pPr>
              <a:buNone/>
            </a:pPr>
            <a:r>
              <a:rPr lang="en-US" altLang="zh-CN" dirty="0" smtClean="0">
                <a:latin typeface="Times New Roman" panose="02020603050405020304" charset="0"/>
                <a:ea typeface="楷体" panose="02010609060101010101" charset="-122"/>
                <a:cs typeface="Times New Roman" panose="02020603050405020304" charset="0"/>
              </a:rPr>
              <a:t>1</a:t>
            </a:r>
            <a:r>
              <a:rPr lang="zh-CN" altLang="en-US" dirty="0" smtClean="0">
                <a:latin typeface="Times New Roman" panose="02020603050405020304" charset="0"/>
                <a:ea typeface="楷体" panose="02010609060101010101" charset="-122"/>
                <a:cs typeface="Times New Roman" panose="02020603050405020304" charset="0"/>
              </a:rPr>
              <a:t> 新建文件，</a:t>
            </a:r>
            <a:r>
              <a:rPr lang="en-US" altLang="zh-CN" dirty="0" smtClean="0">
                <a:latin typeface="Times New Roman" panose="02020603050405020304" charset="0"/>
                <a:ea typeface="楷体" panose="02010609060101010101" charset="-122"/>
                <a:cs typeface="Times New Roman" panose="02020603050405020304" charset="0"/>
              </a:rPr>
              <a:t>File-&gt;new</a:t>
            </a:r>
            <a:endParaRPr lang="en-US" altLang="zh-CN" dirty="0" smtClean="0">
              <a:latin typeface="Times New Roman" panose="02020603050405020304" charset="0"/>
              <a:ea typeface="楷体" panose="02010609060101010101" charset="-122"/>
              <a:cs typeface="Times New Roman" panose="02020603050405020304" charset="0"/>
            </a:endParaRPr>
          </a:p>
          <a:p>
            <a:pPr>
              <a:buNone/>
            </a:pPr>
            <a:r>
              <a:rPr lang="en-US" altLang="zh-CN" dirty="0" smtClean="0">
                <a:latin typeface="Times New Roman" panose="02020603050405020304" charset="0"/>
                <a:ea typeface="楷体" panose="02010609060101010101" charset="-122"/>
                <a:cs typeface="Times New Roman" panose="02020603050405020304" charset="0"/>
              </a:rPr>
              <a:t>2</a:t>
            </a:r>
            <a:r>
              <a:rPr lang="zh-CN" altLang="en-US" dirty="0" smtClean="0">
                <a:latin typeface="Times New Roman" panose="02020603050405020304" charset="0"/>
                <a:ea typeface="楷体" panose="02010609060101010101" charset="-122"/>
                <a:cs typeface="Times New Roman" panose="02020603050405020304" charset="0"/>
              </a:rPr>
              <a:t>在代码输入区，输入右侧代码。选择</a:t>
            </a:r>
            <a:r>
              <a:rPr lang="en-US" altLang="zh-CN" dirty="0" smtClean="0">
                <a:latin typeface="Times New Roman" panose="02020603050405020304" charset="0"/>
                <a:ea typeface="楷体" panose="02010609060101010101" charset="-122"/>
                <a:cs typeface="Times New Roman" panose="02020603050405020304" charset="0"/>
              </a:rPr>
              <a:t>File-&gt;Save</a:t>
            </a:r>
            <a:r>
              <a:rPr lang="zh-CN" altLang="en-US" dirty="0" smtClean="0">
                <a:latin typeface="Times New Roman" panose="02020603050405020304" charset="0"/>
                <a:ea typeface="楷体" panose="02010609060101010101" charset="-122"/>
                <a:cs typeface="Times New Roman" panose="02020603050405020304" charset="0"/>
              </a:rPr>
              <a:t>，命名</a:t>
            </a:r>
            <a:r>
              <a:rPr lang="en-US" altLang="zh-CN" dirty="0" smtClean="0">
                <a:latin typeface="Times New Roman" panose="02020603050405020304" charset="0"/>
                <a:ea typeface="楷体" panose="02010609060101010101" charset="-122"/>
                <a:cs typeface="Times New Roman" panose="02020603050405020304" charset="0"/>
              </a:rPr>
              <a:t>EX2.hex</a:t>
            </a:r>
            <a:r>
              <a:rPr lang="zh-CN" altLang="en-US" dirty="0" smtClean="0">
                <a:latin typeface="Times New Roman" panose="02020603050405020304" charset="0"/>
                <a:ea typeface="楷体" panose="02010609060101010101" charset="-122"/>
                <a:cs typeface="Times New Roman" panose="02020603050405020304" charset="0"/>
              </a:rPr>
              <a:t>文件。（十六进制机器代码程序的后缀必需为</a:t>
            </a:r>
            <a:r>
              <a:rPr lang="en-US" altLang="zh-CN" dirty="0" smtClean="0">
                <a:latin typeface="Times New Roman" panose="02020603050405020304" charset="0"/>
                <a:ea typeface="楷体" panose="02010609060101010101" charset="-122"/>
                <a:cs typeface="Times New Roman" panose="02020603050405020304" charset="0"/>
              </a:rPr>
              <a:t>.hex</a:t>
            </a:r>
            <a:r>
              <a:rPr lang="zh-CN" altLang="en-US" dirty="0" smtClean="0">
                <a:latin typeface="Times New Roman" panose="02020603050405020304" charset="0"/>
                <a:ea typeface="楷体" panose="02010609060101010101" charset="-122"/>
                <a:cs typeface="Times New Roman" panose="02020603050405020304" charset="0"/>
              </a:rPr>
              <a:t>）</a:t>
            </a:r>
            <a:endParaRPr lang="en-US" altLang="zh-CN" dirty="0" smtClean="0">
              <a:latin typeface="Times New Roman" panose="02020603050405020304" charset="0"/>
              <a:ea typeface="楷体" panose="02010609060101010101" charset="-122"/>
              <a:cs typeface="Times New Roman" panose="02020603050405020304" charset="0"/>
            </a:endParaRPr>
          </a:p>
          <a:p>
            <a:pPr>
              <a:buNone/>
            </a:pPr>
            <a:r>
              <a:rPr lang="en-US" altLang="zh-CN" dirty="0" smtClean="0">
                <a:latin typeface="Times New Roman" panose="02020603050405020304" charset="0"/>
                <a:ea typeface="楷体" panose="02010609060101010101" charset="-122"/>
                <a:cs typeface="Times New Roman" panose="02020603050405020304" charset="0"/>
              </a:rPr>
              <a:t>3</a:t>
            </a:r>
            <a:r>
              <a:rPr lang="zh-CN" altLang="en-US" dirty="0" smtClean="0">
                <a:latin typeface="Times New Roman" panose="02020603050405020304" charset="0"/>
                <a:ea typeface="楷体" panose="02010609060101010101" charset="-122"/>
                <a:cs typeface="Times New Roman" panose="02020603050405020304" charset="0"/>
              </a:rPr>
              <a:t> 编译，选择</a:t>
            </a:r>
            <a:r>
              <a:rPr lang="en-US" altLang="zh-CN" dirty="0" smtClean="0">
                <a:latin typeface="Times New Roman" panose="02020603050405020304" charset="0"/>
                <a:ea typeface="楷体" panose="02010609060101010101" charset="-122"/>
                <a:cs typeface="Times New Roman" panose="02020603050405020304" charset="0"/>
              </a:rPr>
              <a:t>Translate-&gt;Convert Base 16</a:t>
            </a:r>
            <a:r>
              <a:rPr lang="zh-CN" altLang="en-US" dirty="0" smtClean="0">
                <a:latin typeface="Times New Roman" panose="02020603050405020304" charset="0"/>
                <a:ea typeface="楷体" panose="02010609060101010101" charset="-122"/>
                <a:cs typeface="Times New Roman" panose="02020603050405020304" charset="0"/>
              </a:rPr>
              <a:t>。信息区域提示</a:t>
            </a:r>
            <a:r>
              <a:rPr lang="en-US" altLang="zh-CN" dirty="0" smtClean="0">
                <a:latin typeface="Times New Roman" panose="02020603050405020304" charset="0"/>
                <a:ea typeface="楷体" panose="02010609060101010101" charset="-122"/>
                <a:cs typeface="Times New Roman" panose="02020603050405020304" charset="0"/>
              </a:rPr>
              <a:t>Convert Complete-0 error(s).</a:t>
            </a:r>
            <a:r>
              <a:rPr lang="zh-CN" altLang="en-US" dirty="0" smtClean="0">
                <a:latin typeface="Times New Roman" panose="02020603050405020304" charset="0"/>
                <a:ea typeface="楷体" panose="02010609060101010101" charset="-122"/>
                <a:cs typeface="Times New Roman" panose="02020603050405020304" charset="0"/>
              </a:rPr>
              <a:t>的成功信息</a:t>
            </a:r>
            <a:endParaRPr lang="en-US" altLang="zh-CN" dirty="0" smtClean="0">
              <a:latin typeface="Times New Roman" panose="02020603050405020304" charset="0"/>
              <a:ea typeface="楷体" panose="02010609060101010101" charset="-122"/>
              <a:cs typeface="Times New Roman" panose="02020603050405020304" charset="0"/>
            </a:endParaRPr>
          </a:p>
          <a:p>
            <a:pPr>
              <a:buNone/>
            </a:pPr>
            <a:r>
              <a:rPr lang="en-US" altLang="zh-CN" dirty="0" smtClean="0">
                <a:latin typeface="Times New Roman" panose="02020603050405020304" charset="0"/>
                <a:ea typeface="楷体" panose="02010609060101010101" charset="-122"/>
                <a:cs typeface="Times New Roman" panose="02020603050405020304" charset="0"/>
              </a:rPr>
              <a:t>4</a:t>
            </a:r>
            <a:r>
              <a:rPr lang="zh-CN" altLang="en-US" dirty="0" smtClean="0">
                <a:latin typeface="Times New Roman" panose="02020603050405020304" charset="0"/>
                <a:ea typeface="楷体" panose="02010609060101010101" charset="-122"/>
                <a:cs typeface="Times New Roman" panose="02020603050405020304" charset="0"/>
              </a:rPr>
              <a:t> 在</a:t>
            </a:r>
            <a:r>
              <a:rPr lang="en-US" altLang="zh-CN" dirty="0" smtClean="0">
                <a:latin typeface="Times New Roman" panose="02020603050405020304" charset="0"/>
                <a:ea typeface="楷体" panose="02010609060101010101" charset="-122"/>
                <a:cs typeface="Times New Roman" panose="02020603050405020304" charset="0"/>
              </a:rPr>
              <a:t>EX2.hex</a:t>
            </a:r>
            <a:r>
              <a:rPr lang="zh-CN" altLang="en-US" dirty="0" smtClean="0">
                <a:latin typeface="Times New Roman" panose="02020603050405020304" charset="0"/>
                <a:ea typeface="楷体" panose="02010609060101010101" charset="-122"/>
                <a:cs typeface="Times New Roman" panose="02020603050405020304" charset="0"/>
              </a:rPr>
              <a:t>对应的文件夹中会产生</a:t>
            </a:r>
            <a:r>
              <a:rPr lang="en-US" altLang="zh-CN" dirty="0" smtClean="0">
                <a:latin typeface="Times New Roman" panose="02020603050405020304" charset="0"/>
                <a:ea typeface="楷体" panose="02010609060101010101" charset="-122"/>
                <a:cs typeface="Times New Roman" panose="02020603050405020304" charset="0"/>
              </a:rPr>
              <a:t>EX2.obj</a:t>
            </a:r>
            <a:r>
              <a:rPr lang="zh-CN" altLang="en-US" dirty="0" smtClean="0">
                <a:latin typeface="Times New Roman" panose="02020603050405020304" charset="0"/>
                <a:ea typeface="楷体" panose="02010609060101010101" charset="-122"/>
                <a:cs typeface="Times New Roman" panose="02020603050405020304" charset="0"/>
              </a:rPr>
              <a:t>文件，可在</a:t>
            </a:r>
            <a:r>
              <a:rPr lang="en-US" altLang="zh-CN" dirty="0" smtClean="0">
                <a:latin typeface="Times New Roman" panose="02020603050405020304" charset="0"/>
                <a:ea typeface="楷体" panose="02010609060101010101" charset="-122"/>
                <a:cs typeface="Times New Roman" panose="02020603050405020304" charset="0"/>
              </a:rPr>
              <a:t>LC-3 Simulator </a:t>
            </a:r>
            <a:r>
              <a:rPr lang="zh-CN" altLang="en-US" dirty="0" smtClean="0">
                <a:latin typeface="Times New Roman" panose="02020603050405020304" charset="0"/>
                <a:ea typeface="楷体" panose="02010609060101010101" charset="-122"/>
                <a:cs typeface="Times New Roman" panose="02020603050405020304" charset="0"/>
              </a:rPr>
              <a:t>中执行。</a:t>
            </a:r>
            <a:endParaRPr lang="en-US" altLang="zh-CN" dirty="0" smtClean="0">
              <a:latin typeface="Times New Roman" panose="02020603050405020304" charset="0"/>
              <a:ea typeface="楷体" panose="02010609060101010101" charset="-122"/>
              <a:cs typeface="Times New Roman" panose="02020603050405020304" charset="0"/>
            </a:endParaRPr>
          </a:p>
          <a:p>
            <a:pPr>
              <a:buNone/>
            </a:pPr>
            <a:r>
              <a:rPr lang="en-US" altLang="zh-CN" dirty="0" smtClean="0"/>
              <a:t>   </a:t>
            </a:r>
            <a:endParaRPr lang="en-US" altLang="zh-CN" dirty="0" smtClean="0"/>
          </a:p>
          <a:p>
            <a:endParaRPr lang="en-US" altLang="zh-CN" dirty="0" smtClean="0"/>
          </a:p>
        </p:txBody>
      </p:sp>
      <p:sp>
        <p:nvSpPr>
          <p:cNvPr id="3" name="标题 2"/>
          <p:cNvSpPr>
            <a:spLocks noGrp="1"/>
          </p:cNvSpPr>
          <p:nvPr>
            <p:ph type="title"/>
          </p:nvPr>
        </p:nvSpPr>
        <p:spPr>
          <a:xfrm>
            <a:off x="241935" y="131128"/>
            <a:ext cx="8229600" cy="1143000"/>
          </a:xfrm>
        </p:spPr>
        <p:txBody>
          <a:bodyPr/>
          <a:lstStyle/>
          <a:p>
            <a:r>
              <a:rPr lang="zh-CN" altLang="en-US" dirty="0" smtClean="0"/>
              <a:t> </a:t>
            </a:r>
            <a:r>
              <a:rPr lang="en-US" altLang="zh-CN" dirty="0" smtClean="0">
                <a:latin typeface="Times New Roman" panose="02020603050405020304" charset="0"/>
                <a:ea typeface="楷体" panose="02010609060101010101" charset="-122"/>
                <a:cs typeface="Times New Roman" panose="02020603050405020304" charset="0"/>
              </a:rPr>
              <a:t>LC-3 Editor </a:t>
            </a:r>
            <a:r>
              <a:rPr lang="zh-CN" altLang="en-US" dirty="0" smtClean="0">
                <a:latin typeface="Times New Roman" panose="02020603050405020304" charset="0"/>
                <a:ea typeface="楷体" panose="02010609060101010101" charset="-122"/>
                <a:cs typeface="Times New Roman" panose="02020603050405020304" charset="0"/>
              </a:rPr>
              <a:t>使用</a:t>
            </a:r>
            <a:r>
              <a:rPr lang="en-US" altLang="zh-CN" dirty="0" smtClean="0">
                <a:latin typeface="Times New Roman" panose="02020603050405020304" charset="0"/>
                <a:ea typeface="楷体" panose="02010609060101010101" charset="-122"/>
                <a:cs typeface="Times New Roman" panose="02020603050405020304" charset="0"/>
              </a:rPr>
              <a:t>-16</a:t>
            </a:r>
            <a:r>
              <a:rPr lang="zh-CN" altLang="en-US" dirty="0" smtClean="0">
                <a:latin typeface="Times New Roman" panose="02020603050405020304" charset="0"/>
                <a:ea typeface="楷体" panose="02010609060101010101" charset="-122"/>
                <a:cs typeface="Times New Roman" panose="02020603050405020304" charset="0"/>
              </a:rPr>
              <a:t>进制机器码</a:t>
            </a:r>
            <a:endParaRPr lang="zh-CN" altLang="en-US" dirty="0">
              <a:latin typeface="Times New Roman" panose="02020603050405020304" charset="0"/>
              <a:ea typeface="楷体" panose="02010609060101010101" charset="-122"/>
              <a:cs typeface="Times New Roman" panose="02020603050405020304" charset="0"/>
            </a:endParaRPr>
          </a:p>
        </p:txBody>
      </p:sp>
      <p:sp>
        <p:nvSpPr>
          <p:cNvPr id="4" name="内容占位符 1"/>
          <p:cNvSpPr txBox="1"/>
          <p:nvPr/>
        </p:nvSpPr>
        <p:spPr>
          <a:xfrm>
            <a:off x="5940152" y="1268760"/>
            <a:ext cx="1080120" cy="2232248"/>
          </a:xfrm>
          <a:prstGeom prst="rect">
            <a:avLst/>
          </a:prstGeom>
        </p:spPr>
        <p:txBody>
          <a:bodyPr vert="horz">
            <a:noAutofit/>
          </a:bodyPr>
          <a:lstStyle/>
          <a:p>
            <a:r>
              <a:rPr lang="en-US" altLang="zh-CN" sz="1400" baseline="0" dirty="0" smtClean="0">
                <a:latin typeface="Times New Roman" panose="02020603050405020304" charset="0"/>
                <a:cs typeface="Times New Roman" panose="02020603050405020304" charset="0"/>
              </a:rPr>
              <a:t>3000</a:t>
            </a:r>
            <a:endParaRPr lang="en-US" altLang="zh-CN" sz="1400" baseline="0" dirty="0" smtClean="0">
              <a:latin typeface="Times New Roman" panose="02020603050405020304" charset="0"/>
              <a:cs typeface="Times New Roman" panose="02020603050405020304" charset="0"/>
            </a:endParaRPr>
          </a:p>
          <a:p>
            <a:r>
              <a:rPr lang="en-US" altLang="zh-CN" sz="1400" baseline="0" dirty="0" smtClean="0">
                <a:latin typeface="Times New Roman" panose="02020603050405020304" charset="0"/>
                <a:cs typeface="Times New Roman" panose="02020603050405020304" charset="0"/>
              </a:rPr>
              <a:t>5260</a:t>
            </a:r>
            <a:endParaRPr lang="en-US" altLang="zh-CN" sz="1400" baseline="0" dirty="0" smtClean="0">
              <a:latin typeface="Times New Roman" panose="02020603050405020304" charset="0"/>
              <a:cs typeface="Times New Roman" panose="02020603050405020304" charset="0"/>
            </a:endParaRPr>
          </a:p>
          <a:p>
            <a:r>
              <a:rPr lang="en-US" altLang="zh-CN" sz="1400" baseline="0" dirty="0" smtClean="0">
                <a:latin typeface="Times New Roman" panose="02020603050405020304" charset="0"/>
                <a:cs typeface="Times New Roman" panose="02020603050405020304" charset="0"/>
              </a:rPr>
              <a:t>5920</a:t>
            </a:r>
            <a:endParaRPr lang="en-US" altLang="zh-CN" sz="1400" baseline="0" dirty="0" smtClean="0">
              <a:latin typeface="Times New Roman" panose="02020603050405020304" charset="0"/>
              <a:cs typeface="Times New Roman" panose="02020603050405020304" charset="0"/>
            </a:endParaRPr>
          </a:p>
          <a:p>
            <a:r>
              <a:rPr lang="en-US" altLang="zh-CN" sz="1400" baseline="0" dirty="0" smtClean="0">
                <a:latin typeface="Times New Roman" panose="02020603050405020304" charset="0"/>
                <a:cs typeface="Times New Roman" panose="02020603050405020304" charset="0"/>
              </a:rPr>
              <a:t>192A</a:t>
            </a:r>
            <a:endParaRPr lang="en-US" altLang="zh-CN" sz="1400" baseline="0" dirty="0" smtClean="0">
              <a:latin typeface="Times New Roman" panose="02020603050405020304" charset="0"/>
              <a:cs typeface="Times New Roman" panose="02020603050405020304" charset="0"/>
            </a:endParaRPr>
          </a:p>
          <a:p>
            <a:r>
              <a:rPr lang="en-US" altLang="zh-CN" sz="1400" baseline="0" dirty="0" smtClean="0">
                <a:latin typeface="Times New Roman" panose="02020603050405020304" charset="0"/>
                <a:cs typeface="Times New Roman" panose="02020603050405020304" charset="0"/>
              </a:rPr>
              <a:t>E4FC</a:t>
            </a:r>
            <a:endParaRPr lang="en-US" altLang="zh-CN" sz="1400" baseline="0" dirty="0" smtClean="0">
              <a:latin typeface="Times New Roman" panose="02020603050405020304" charset="0"/>
              <a:cs typeface="Times New Roman" panose="02020603050405020304" charset="0"/>
            </a:endParaRPr>
          </a:p>
          <a:p>
            <a:r>
              <a:rPr lang="en-US" altLang="zh-CN" sz="1400" baseline="0" dirty="0" smtClean="0">
                <a:latin typeface="Times New Roman" panose="02020603050405020304" charset="0"/>
                <a:cs typeface="Times New Roman" panose="02020603050405020304" charset="0"/>
              </a:rPr>
              <a:t>6680</a:t>
            </a:r>
            <a:endParaRPr lang="en-US" altLang="zh-CN" sz="1400" baseline="0" dirty="0" smtClean="0">
              <a:latin typeface="Times New Roman" panose="02020603050405020304" charset="0"/>
              <a:cs typeface="Times New Roman" panose="02020603050405020304" charset="0"/>
            </a:endParaRPr>
          </a:p>
          <a:p>
            <a:r>
              <a:rPr lang="en-US" altLang="zh-CN" sz="1400" baseline="0" dirty="0" smtClean="0">
                <a:latin typeface="Times New Roman" panose="02020603050405020304" charset="0"/>
                <a:cs typeface="Times New Roman" panose="02020603050405020304" charset="0"/>
              </a:rPr>
              <a:t>14A1</a:t>
            </a:r>
            <a:endParaRPr lang="en-US" altLang="zh-CN" sz="1400" baseline="0" dirty="0" smtClean="0">
              <a:latin typeface="Times New Roman" panose="02020603050405020304" charset="0"/>
              <a:cs typeface="Times New Roman" panose="02020603050405020304" charset="0"/>
            </a:endParaRPr>
          </a:p>
          <a:p>
            <a:r>
              <a:rPr lang="en-US" altLang="zh-CN" sz="1400" baseline="0" dirty="0" smtClean="0">
                <a:latin typeface="Times New Roman" panose="02020603050405020304" charset="0"/>
                <a:cs typeface="Times New Roman" panose="02020603050405020304" charset="0"/>
              </a:rPr>
              <a:t>1243</a:t>
            </a:r>
            <a:endParaRPr lang="en-US" altLang="zh-CN" sz="1400" baseline="0" dirty="0" smtClean="0">
              <a:latin typeface="Times New Roman" panose="02020603050405020304" charset="0"/>
              <a:cs typeface="Times New Roman" panose="02020603050405020304" charset="0"/>
            </a:endParaRPr>
          </a:p>
          <a:p>
            <a:r>
              <a:rPr lang="en-US" altLang="zh-CN" sz="1400" baseline="0" dirty="0" smtClean="0">
                <a:latin typeface="Times New Roman" panose="02020603050405020304" charset="0"/>
                <a:cs typeface="Times New Roman" panose="02020603050405020304" charset="0"/>
              </a:rPr>
              <a:t>193F</a:t>
            </a:r>
            <a:endParaRPr lang="en-US" altLang="zh-CN" sz="1400" baseline="0" dirty="0" smtClean="0">
              <a:latin typeface="Times New Roman" panose="02020603050405020304" charset="0"/>
              <a:cs typeface="Times New Roman" panose="02020603050405020304" charset="0"/>
            </a:endParaRPr>
          </a:p>
          <a:p>
            <a:r>
              <a:rPr lang="en-US" altLang="zh-CN" sz="1400" baseline="0" dirty="0" smtClean="0">
                <a:latin typeface="Times New Roman" panose="02020603050405020304" charset="0"/>
                <a:cs typeface="Times New Roman" panose="02020603050405020304" charset="0"/>
              </a:rPr>
              <a:t>03FB</a:t>
            </a:r>
            <a:endParaRPr kumimoji="0" lang="zh-CN" altLang="en-US" sz="1400" b="0" i="0" u="none" strike="noStrike" kern="1200" cap="none" spc="0" normalizeH="0" baseline="0" noProof="0" dirty="0">
              <a:ln>
                <a:noFill/>
              </a:ln>
              <a:solidFill>
                <a:schemeClr val="tx1"/>
              </a:solidFill>
              <a:effectLst/>
              <a:uLnTx/>
              <a:uFillTx/>
              <a:latin typeface="Times New Roman" panose="02020603050405020304" charset="0"/>
              <a:ea typeface="+mn-ea"/>
              <a:cs typeface="Times New Roman" panose="02020603050405020304" charset="0"/>
            </a:endParaRPr>
          </a:p>
        </p:txBody>
      </p:sp>
      <p:pic>
        <p:nvPicPr>
          <p:cNvPr id="351234" name="Picture 2"/>
          <p:cNvPicPr>
            <a:picLocks noChangeAspect="1" noChangeArrowheads="1"/>
          </p:cNvPicPr>
          <p:nvPr/>
        </p:nvPicPr>
        <p:blipFill>
          <a:blip r:embed="rId1" cstate="print"/>
          <a:srcRect/>
          <a:stretch>
            <a:fillRect/>
          </a:stretch>
        </p:blipFill>
        <p:spPr bwMode="auto">
          <a:xfrm>
            <a:off x="4787642" y="3645685"/>
            <a:ext cx="3898949" cy="326946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79512" y="1412776"/>
            <a:ext cx="4330824" cy="5188032"/>
          </a:xfrm>
        </p:spPr>
        <p:txBody>
          <a:bodyPr>
            <a:normAutofit fontScale="85000" lnSpcReduction="10000"/>
          </a:bodyPr>
          <a:lstStyle/>
          <a:p>
            <a:r>
              <a:rPr lang="zh-CN" altLang="en-US" dirty="0" smtClean="0">
                <a:latin typeface="Times New Roman" panose="02020603050405020304" charset="0"/>
                <a:ea typeface="楷体" panose="02010609060101010101" charset="-122"/>
                <a:cs typeface="Times New Roman" panose="02020603050405020304" charset="0"/>
              </a:rPr>
              <a:t>汇编语言程序的输入和编译</a:t>
            </a:r>
            <a:endParaRPr lang="en-US" altLang="zh-CN" dirty="0" smtClean="0">
              <a:latin typeface="Times New Roman" panose="02020603050405020304" charset="0"/>
              <a:ea typeface="楷体" panose="02010609060101010101" charset="-122"/>
              <a:cs typeface="Times New Roman" panose="02020603050405020304" charset="0"/>
            </a:endParaRPr>
          </a:p>
          <a:p>
            <a:pPr>
              <a:buNone/>
            </a:pPr>
            <a:r>
              <a:rPr lang="en-US" altLang="zh-CN" dirty="0" smtClean="0">
                <a:latin typeface="Times New Roman" panose="02020603050405020304" charset="0"/>
                <a:ea typeface="楷体" panose="02010609060101010101" charset="-122"/>
                <a:cs typeface="Times New Roman" panose="02020603050405020304" charset="0"/>
              </a:rPr>
              <a:t>1</a:t>
            </a:r>
            <a:r>
              <a:rPr lang="zh-CN" altLang="en-US" dirty="0" smtClean="0">
                <a:latin typeface="Times New Roman" panose="02020603050405020304" charset="0"/>
                <a:ea typeface="楷体" panose="02010609060101010101" charset="-122"/>
                <a:cs typeface="Times New Roman" panose="02020603050405020304" charset="0"/>
              </a:rPr>
              <a:t> 新建文件，</a:t>
            </a:r>
            <a:r>
              <a:rPr lang="en-US" altLang="zh-CN" dirty="0" smtClean="0">
                <a:latin typeface="Times New Roman" panose="02020603050405020304" charset="0"/>
                <a:ea typeface="楷体" panose="02010609060101010101" charset="-122"/>
                <a:cs typeface="Times New Roman" panose="02020603050405020304" charset="0"/>
              </a:rPr>
              <a:t>File-&gt;new</a:t>
            </a:r>
            <a:endParaRPr lang="en-US" altLang="zh-CN" dirty="0" smtClean="0">
              <a:latin typeface="Times New Roman" panose="02020603050405020304" charset="0"/>
              <a:ea typeface="楷体" panose="02010609060101010101" charset="-122"/>
              <a:cs typeface="Times New Roman" panose="02020603050405020304" charset="0"/>
            </a:endParaRPr>
          </a:p>
          <a:p>
            <a:pPr>
              <a:buNone/>
            </a:pPr>
            <a:r>
              <a:rPr lang="en-US" altLang="zh-CN" dirty="0" smtClean="0">
                <a:latin typeface="Times New Roman" panose="02020603050405020304" charset="0"/>
                <a:ea typeface="楷体" panose="02010609060101010101" charset="-122"/>
                <a:cs typeface="Times New Roman" panose="02020603050405020304" charset="0"/>
              </a:rPr>
              <a:t>2</a:t>
            </a:r>
            <a:r>
              <a:rPr lang="zh-CN" altLang="en-US" dirty="0" smtClean="0">
                <a:latin typeface="Times New Roman" panose="02020603050405020304" charset="0"/>
                <a:ea typeface="楷体" panose="02010609060101010101" charset="-122"/>
                <a:cs typeface="Times New Roman" panose="02020603050405020304" charset="0"/>
              </a:rPr>
              <a:t>在代码输入区，输入右侧代码。选择</a:t>
            </a:r>
            <a:r>
              <a:rPr lang="en-US" altLang="zh-CN" dirty="0" smtClean="0">
                <a:latin typeface="Times New Roman" panose="02020603050405020304" charset="0"/>
                <a:ea typeface="楷体" panose="02010609060101010101" charset="-122"/>
                <a:cs typeface="Times New Roman" panose="02020603050405020304" charset="0"/>
              </a:rPr>
              <a:t>File-&gt;Save</a:t>
            </a:r>
            <a:r>
              <a:rPr lang="zh-CN" altLang="en-US" dirty="0" smtClean="0">
                <a:latin typeface="Times New Roman" panose="02020603050405020304" charset="0"/>
                <a:ea typeface="楷体" panose="02010609060101010101" charset="-122"/>
                <a:cs typeface="Times New Roman" panose="02020603050405020304" charset="0"/>
              </a:rPr>
              <a:t>，命名</a:t>
            </a:r>
            <a:r>
              <a:rPr lang="en-US" altLang="zh-CN" dirty="0" smtClean="0">
                <a:latin typeface="Times New Roman" panose="02020603050405020304" charset="0"/>
                <a:ea typeface="楷体" panose="02010609060101010101" charset="-122"/>
                <a:cs typeface="Times New Roman" panose="02020603050405020304" charset="0"/>
              </a:rPr>
              <a:t>EX3.ASM</a:t>
            </a:r>
            <a:r>
              <a:rPr lang="zh-CN" altLang="en-US" dirty="0" smtClean="0">
                <a:latin typeface="Times New Roman" panose="02020603050405020304" charset="0"/>
                <a:ea typeface="楷体" panose="02010609060101010101" charset="-122"/>
                <a:cs typeface="Times New Roman" panose="02020603050405020304" charset="0"/>
              </a:rPr>
              <a:t>文件。（汇编语言代码程序的后缀必需为</a:t>
            </a:r>
            <a:r>
              <a:rPr lang="en-US" altLang="zh-CN" dirty="0" smtClean="0">
                <a:latin typeface="Times New Roman" panose="02020603050405020304" charset="0"/>
                <a:ea typeface="楷体" panose="02010609060101010101" charset="-122"/>
                <a:cs typeface="Times New Roman" panose="02020603050405020304" charset="0"/>
              </a:rPr>
              <a:t>.</a:t>
            </a:r>
            <a:r>
              <a:rPr lang="en-US" altLang="zh-CN" dirty="0" err="1" smtClean="0">
                <a:latin typeface="Times New Roman" panose="02020603050405020304" charset="0"/>
                <a:ea typeface="楷体" panose="02010609060101010101" charset="-122"/>
                <a:cs typeface="Times New Roman" panose="02020603050405020304" charset="0"/>
              </a:rPr>
              <a:t>asm</a:t>
            </a:r>
            <a:r>
              <a:rPr lang="zh-CN" altLang="en-US" dirty="0" smtClean="0">
                <a:latin typeface="Times New Roman" panose="02020603050405020304" charset="0"/>
                <a:ea typeface="楷体" panose="02010609060101010101" charset="-122"/>
                <a:cs typeface="Times New Roman" panose="02020603050405020304" charset="0"/>
              </a:rPr>
              <a:t>）</a:t>
            </a:r>
            <a:endParaRPr lang="en-US" altLang="zh-CN" dirty="0" smtClean="0">
              <a:latin typeface="Times New Roman" panose="02020603050405020304" charset="0"/>
              <a:ea typeface="楷体" panose="02010609060101010101" charset="-122"/>
              <a:cs typeface="Times New Roman" panose="02020603050405020304" charset="0"/>
            </a:endParaRPr>
          </a:p>
          <a:p>
            <a:pPr>
              <a:buNone/>
            </a:pPr>
            <a:r>
              <a:rPr lang="en-US" altLang="zh-CN" dirty="0" smtClean="0">
                <a:latin typeface="Times New Roman" panose="02020603050405020304" charset="0"/>
                <a:ea typeface="楷体" panose="02010609060101010101" charset="-122"/>
                <a:cs typeface="Times New Roman" panose="02020603050405020304" charset="0"/>
              </a:rPr>
              <a:t>3</a:t>
            </a:r>
            <a:r>
              <a:rPr lang="zh-CN" altLang="en-US" dirty="0" smtClean="0">
                <a:latin typeface="Times New Roman" panose="02020603050405020304" charset="0"/>
                <a:ea typeface="楷体" panose="02010609060101010101" charset="-122"/>
                <a:cs typeface="Times New Roman" panose="02020603050405020304" charset="0"/>
              </a:rPr>
              <a:t> 编译，选择</a:t>
            </a:r>
            <a:r>
              <a:rPr lang="en-US" altLang="zh-CN" dirty="0" smtClean="0">
                <a:latin typeface="Times New Roman" panose="02020603050405020304" charset="0"/>
                <a:ea typeface="楷体" panose="02010609060101010101" charset="-122"/>
                <a:cs typeface="Times New Roman" panose="02020603050405020304" charset="0"/>
              </a:rPr>
              <a:t>Translate-&gt;Convert assemble</a:t>
            </a:r>
            <a:r>
              <a:rPr lang="zh-CN" altLang="en-US" dirty="0" smtClean="0">
                <a:latin typeface="Times New Roman" panose="02020603050405020304" charset="0"/>
                <a:ea typeface="楷体" panose="02010609060101010101" charset="-122"/>
                <a:cs typeface="Times New Roman" panose="02020603050405020304" charset="0"/>
              </a:rPr>
              <a:t>。观察信息区域提示的成功信息。如果出错，请检查代码</a:t>
            </a:r>
            <a:endParaRPr lang="en-US" altLang="zh-CN" dirty="0" smtClean="0">
              <a:latin typeface="Times New Roman" panose="02020603050405020304" charset="0"/>
              <a:ea typeface="楷体" panose="02010609060101010101" charset="-122"/>
              <a:cs typeface="Times New Roman" panose="02020603050405020304" charset="0"/>
            </a:endParaRPr>
          </a:p>
          <a:p>
            <a:pPr>
              <a:buNone/>
            </a:pPr>
            <a:r>
              <a:rPr lang="en-US" altLang="zh-CN" dirty="0" smtClean="0">
                <a:latin typeface="Times New Roman" panose="02020603050405020304" charset="0"/>
                <a:ea typeface="楷体" panose="02010609060101010101" charset="-122"/>
                <a:cs typeface="Times New Roman" panose="02020603050405020304" charset="0"/>
              </a:rPr>
              <a:t>4</a:t>
            </a:r>
            <a:r>
              <a:rPr lang="zh-CN" altLang="en-US" dirty="0" smtClean="0">
                <a:latin typeface="Times New Roman" panose="02020603050405020304" charset="0"/>
                <a:ea typeface="楷体" panose="02010609060101010101" charset="-122"/>
                <a:cs typeface="Times New Roman" panose="02020603050405020304" charset="0"/>
              </a:rPr>
              <a:t> 在</a:t>
            </a:r>
            <a:r>
              <a:rPr lang="en-US" altLang="zh-CN" dirty="0" smtClean="0">
                <a:latin typeface="Times New Roman" panose="02020603050405020304" charset="0"/>
                <a:ea typeface="楷体" panose="02010609060101010101" charset="-122"/>
                <a:cs typeface="Times New Roman" panose="02020603050405020304" charset="0"/>
              </a:rPr>
              <a:t>EX3.asm</a:t>
            </a:r>
            <a:r>
              <a:rPr lang="zh-CN" altLang="en-US" dirty="0" smtClean="0">
                <a:latin typeface="Times New Roman" panose="02020603050405020304" charset="0"/>
                <a:ea typeface="楷体" panose="02010609060101010101" charset="-122"/>
                <a:cs typeface="Times New Roman" panose="02020603050405020304" charset="0"/>
              </a:rPr>
              <a:t>对应的文件夹中会产生</a:t>
            </a:r>
            <a:r>
              <a:rPr lang="en-US" altLang="zh-CN" dirty="0" smtClean="0">
                <a:latin typeface="Times New Roman" panose="02020603050405020304" charset="0"/>
                <a:ea typeface="楷体" panose="02010609060101010101" charset="-122"/>
                <a:cs typeface="Times New Roman" panose="02020603050405020304" charset="0"/>
              </a:rPr>
              <a:t>EX3.obj</a:t>
            </a:r>
            <a:r>
              <a:rPr lang="zh-CN" altLang="en-US" dirty="0" smtClean="0">
                <a:latin typeface="Times New Roman" panose="02020603050405020304" charset="0"/>
                <a:ea typeface="楷体" panose="02010609060101010101" charset="-122"/>
                <a:cs typeface="Times New Roman" panose="02020603050405020304" charset="0"/>
              </a:rPr>
              <a:t>文件，可在</a:t>
            </a:r>
            <a:r>
              <a:rPr lang="en-US" altLang="zh-CN" dirty="0" smtClean="0">
                <a:latin typeface="Times New Roman" panose="02020603050405020304" charset="0"/>
                <a:ea typeface="楷体" panose="02010609060101010101" charset="-122"/>
                <a:cs typeface="Times New Roman" panose="02020603050405020304" charset="0"/>
              </a:rPr>
              <a:t>LC-3 Simulator </a:t>
            </a:r>
            <a:r>
              <a:rPr lang="zh-CN" altLang="en-US" dirty="0" smtClean="0">
                <a:latin typeface="Times New Roman" panose="02020603050405020304" charset="0"/>
                <a:ea typeface="楷体" panose="02010609060101010101" charset="-122"/>
                <a:cs typeface="Times New Roman" panose="02020603050405020304" charset="0"/>
              </a:rPr>
              <a:t>中执行。</a:t>
            </a:r>
            <a:endParaRPr lang="en-US" altLang="zh-CN" dirty="0" smtClean="0"/>
          </a:p>
          <a:p>
            <a:pPr>
              <a:buNone/>
            </a:pPr>
            <a:r>
              <a:rPr lang="en-US" altLang="zh-CN" dirty="0" smtClean="0"/>
              <a:t>   </a:t>
            </a:r>
            <a:endParaRPr lang="en-US" altLang="zh-CN" dirty="0" smtClean="0"/>
          </a:p>
          <a:p>
            <a:endParaRPr lang="en-US" altLang="zh-CN" dirty="0" smtClean="0"/>
          </a:p>
        </p:txBody>
      </p:sp>
      <p:sp>
        <p:nvSpPr>
          <p:cNvPr id="3" name="标题 2"/>
          <p:cNvSpPr>
            <a:spLocks noGrp="1"/>
          </p:cNvSpPr>
          <p:nvPr>
            <p:ph type="title"/>
          </p:nvPr>
        </p:nvSpPr>
        <p:spPr/>
        <p:txBody>
          <a:bodyPr>
            <a:normAutofit/>
          </a:bodyPr>
          <a:lstStyle/>
          <a:p>
            <a:r>
              <a:rPr lang="zh-CN" altLang="en-US" dirty="0" smtClean="0"/>
              <a:t> </a:t>
            </a:r>
            <a:r>
              <a:rPr lang="en-US" altLang="zh-CN" dirty="0" smtClean="0">
                <a:latin typeface="Times New Roman" panose="02020603050405020304" charset="0"/>
                <a:ea typeface="楷体" panose="02010609060101010101" charset="-122"/>
                <a:cs typeface="Times New Roman" panose="02020603050405020304" charset="0"/>
              </a:rPr>
              <a:t>LC-3 Editor </a:t>
            </a:r>
            <a:r>
              <a:rPr lang="zh-CN" altLang="en-US" dirty="0" smtClean="0">
                <a:latin typeface="Times New Roman" panose="02020603050405020304" charset="0"/>
                <a:ea typeface="楷体" panose="02010609060101010101" charset="-122"/>
                <a:cs typeface="Times New Roman" panose="02020603050405020304" charset="0"/>
              </a:rPr>
              <a:t>使用</a:t>
            </a:r>
            <a:r>
              <a:rPr lang="en-US" altLang="zh-CN" dirty="0" smtClean="0">
                <a:latin typeface="Times New Roman" panose="02020603050405020304" charset="0"/>
                <a:ea typeface="楷体" panose="02010609060101010101" charset="-122"/>
                <a:cs typeface="Times New Roman" panose="02020603050405020304" charset="0"/>
              </a:rPr>
              <a:t>-</a:t>
            </a:r>
            <a:r>
              <a:rPr lang="zh-CN" altLang="en-US" dirty="0" smtClean="0">
                <a:latin typeface="Times New Roman" panose="02020603050405020304" charset="0"/>
                <a:ea typeface="楷体" panose="02010609060101010101" charset="-122"/>
                <a:cs typeface="Times New Roman" panose="02020603050405020304" charset="0"/>
              </a:rPr>
              <a:t>汇编语言程序</a:t>
            </a:r>
            <a:endParaRPr lang="zh-CN" altLang="en-US" dirty="0">
              <a:latin typeface="Times New Roman" panose="02020603050405020304" charset="0"/>
              <a:ea typeface="楷体" panose="02010609060101010101" charset="-122"/>
              <a:cs typeface="Times New Roman" panose="02020603050405020304" charset="0"/>
            </a:endParaRPr>
          </a:p>
        </p:txBody>
      </p:sp>
      <p:sp>
        <p:nvSpPr>
          <p:cNvPr id="4" name="内容占位符 1"/>
          <p:cNvSpPr txBox="1"/>
          <p:nvPr/>
        </p:nvSpPr>
        <p:spPr>
          <a:xfrm>
            <a:off x="4726047" y="1197005"/>
            <a:ext cx="3960440" cy="2664296"/>
          </a:xfrm>
          <a:prstGeom prst="rect">
            <a:avLst/>
          </a:prstGeom>
        </p:spPr>
        <p:txBody>
          <a:bodyPr vert="horz">
            <a:noAutofit/>
          </a:bodyPr>
          <a:lstStyle/>
          <a:p>
            <a:r>
              <a:rPr kumimoji="0" lang="zh-CN" altLang="en-US" sz="1400" b="1" i="0" u="none" strike="noStrike" kern="1200" cap="none" spc="0" normalizeH="0" baseline="0" noProof="0" dirty="0">
                <a:ln>
                  <a:noFill/>
                </a:ln>
                <a:solidFill>
                  <a:schemeClr val="tx1"/>
                </a:solidFill>
                <a:effectLst/>
                <a:uLnTx/>
                <a:uFillTx/>
                <a:latin typeface="Times New Roman" panose="02020603050405020304" charset="0"/>
                <a:ea typeface="楷体" panose="02010609060101010101" charset="-122"/>
                <a:cs typeface="Times New Roman" panose="02020603050405020304" charset="0"/>
              </a:rPr>
              <a:t>.ORIG x3000</a:t>
            </a:r>
            <a:endParaRPr kumimoji="0" lang="zh-CN" altLang="en-US" sz="1400" b="1" i="0" u="none" strike="noStrike" kern="1200" cap="none" spc="0" normalizeH="0" baseline="0" noProof="0" dirty="0">
              <a:ln>
                <a:noFill/>
              </a:ln>
              <a:solidFill>
                <a:schemeClr val="tx1"/>
              </a:solidFill>
              <a:effectLst/>
              <a:uLnTx/>
              <a:uFillTx/>
              <a:latin typeface="Times New Roman" panose="02020603050405020304" charset="0"/>
              <a:ea typeface="楷体" panose="02010609060101010101" charset="-122"/>
              <a:cs typeface="Times New Roman" panose="02020603050405020304" charset="0"/>
            </a:endParaRPr>
          </a:p>
          <a:p>
            <a:r>
              <a:rPr kumimoji="0" lang="zh-CN" altLang="en-US" sz="1400" b="1" i="0" u="none" strike="noStrike" kern="1200" cap="none" spc="0" normalizeH="0" baseline="0" noProof="0" dirty="0">
                <a:ln>
                  <a:noFill/>
                </a:ln>
                <a:solidFill>
                  <a:schemeClr val="tx1"/>
                </a:solidFill>
                <a:effectLst/>
                <a:uLnTx/>
                <a:uFillTx/>
                <a:latin typeface="Times New Roman" panose="02020603050405020304" charset="0"/>
                <a:ea typeface="楷体" panose="02010609060101010101" charset="-122"/>
                <a:cs typeface="Times New Roman" panose="02020603050405020304" charset="0"/>
              </a:rPr>
              <a:t>AND R1,R1,x0</a:t>
            </a:r>
            <a:endParaRPr kumimoji="0" lang="zh-CN" altLang="en-US" sz="1400" b="1" i="0" u="none" strike="noStrike" kern="1200" cap="none" spc="0" normalizeH="0" baseline="0" noProof="0" dirty="0">
              <a:ln>
                <a:noFill/>
              </a:ln>
              <a:solidFill>
                <a:schemeClr val="tx1"/>
              </a:solidFill>
              <a:effectLst/>
              <a:uLnTx/>
              <a:uFillTx/>
              <a:latin typeface="Times New Roman" panose="02020603050405020304" charset="0"/>
              <a:ea typeface="楷体" panose="02010609060101010101" charset="-122"/>
              <a:cs typeface="Times New Roman" panose="02020603050405020304" charset="0"/>
            </a:endParaRPr>
          </a:p>
          <a:p>
            <a:r>
              <a:rPr kumimoji="0" lang="zh-CN" altLang="en-US" sz="1400" b="1" i="0" u="none" strike="noStrike" kern="1200" cap="none" spc="0" normalizeH="0" baseline="0" noProof="0" dirty="0">
                <a:ln>
                  <a:noFill/>
                </a:ln>
                <a:solidFill>
                  <a:schemeClr val="tx1"/>
                </a:solidFill>
                <a:effectLst/>
                <a:uLnTx/>
                <a:uFillTx/>
                <a:latin typeface="Times New Roman" panose="02020603050405020304" charset="0"/>
                <a:ea typeface="楷体" panose="02010609060101010101" charset="-122"/>
                <a:cs typeface="Times New Roman" panose="02020603050405020304" charset="0"/>
              </a:rPr>
              <a:t>AND R4,R4,x0</a:t>
            </a:r>
            <a:endParaRPr kumimoji="0" lang="zh-CN" altLang="en-US" sz="1400" b="1" i="0" u="none" strike="noStrike" kern="1200" cap="none" spc="0" normalizeH="0" baseline="0" noProof="0" dirty="0">
              <a:ln>
                <a:noFill/>
              </a:ln>
              <a:solidFill>
                <a:schemeClr val="tx1"/>
              </a:solidFill>
              <a:effectLst/>
              <a:uLnTx/>
              <a:uFillTx/>
              <a:latin typeface="Times New Roman" panose="02020603050405020304" charset="0"/>
              <a:ea typeface="楷体" panose="02010609060101010101" charset="-122"/>
              <a:cs typeface="Times New Roman" panose="02020603050405020304" charset="0"/>
            </a:endParaRPr>
          </a:p>
          <a:p>
            <a:r>
              <a:rPr kumimoji="0" lang="zh-CN" altLang="en-US" sz="1400" b="1" i="0" u="none" strike="noStrike" kern="1200" cap="none" spc="0" normalizeH="0" baseline="0" noProof="0" dirty="0">
                <a:ln>
                  <a:noFill/>
                </a:ln>
                <a:solidFill>
                  <a:schemeClr val="tx1"/>
                </a:solidFill>
                <a:effectLst/>
                <a:uLnTx/>
                <a:uFillTx/>
                <a:latin typeface="Times New Roman" panose="02020603050405020304" charset="0"/>
                <a:ea typeface="楷体" panose="02010609060101010101" charset="-122"/>
                <a:cs typeface="Times New Roman" panose="02020603050405020304" charset="0"/>
              </a:rPr>
              <a:t>ADD R4,R4,xA</a:t>
            </a:r>
            <a:endParaRPr kumimoji="0" lang="zh-CN" altLang="en-US" sz="1400" b="1" i="0" u="none" strike="noStrike" kern="1200" cap="none" spc="0" normalizeH="0" baseline="0" noProof="0" dirty="0">
              <a:ln>
                <a:noFill/>
              </a:ln>
              <a:solidFill>
                <a:schemeClr val="tx1"/>
              </a:solidFill>
              <a:effectLst/>
              <a:uLnTx/>
              <a:uFillTx/>
              <a:latin typeface="Times New Roman" panose="02020603050405020304" charset="0"/>
              <a:ea typeface="楷体" panose="02010609060101010101" charset="-122"/>
              <a:cs typeface="Times New Roman" panose="02020603050405020304" charset="0"/>
            </a:endParaRPr>
          </a:p>
          <a:p>
            <a:r>
              <a:rPr kumimoji="0" lang="zh-CN" altLang="en-US" sz="1400" b="1" i="0" u="none" strike="noStrike" kern="1200" cap="none" spc="0" normalizeH="0" baseline="0" noProof="0" dirty="0">
                <a:ln>
                  <a:noFill/>
                </a:ln>
                <a:solidFill>
                  <a:schemeClr val="tx1"/>
                </a:solidFill>
                <a:effectLst/>
                <a:uLnTx/>
                <a:uFillTx/>
                <a:latin typeface="Times New Roman" panose="02020603050405020304" charset="0"/>
                <a:ea typeface="楷体" panose="02010609060101010101" charset="-122"/>
                <a:cs typeface="Times New Roman" panose="02020603050405020304" charset="0"/>
              </a:rPr>
              <a:t>LEA R2, X0FC</a:t>
            </a:r>
            <a:endParaRPr kumimoji="0" lang="zh-CN" altLang="en-US" sz="1400" b="1" i="0" u="none" strike="noStrike" kern="1200" cap="none" spc="0" normalizeH="0" baseline="0" noProof="0" dirty="0">
              <a:ln>
                <a:noFill/>
              </a:ln>
              <a:solidFill>
                <a:schemeClr val="tx1"/>
              </a:solidFill>
              <a:effectLst/>
              <a:uLnTx/>
              <a:uFillTx/>
              <a:latin typeface="Times New Roman" panose="02020603050405020304" charset="0"/>
              <a:ea typeface="楷体" panose="02010609060101010101" charset="-122"/>
              <a:cs typeface="Times New Roman" panose="02020603050405020304" charset="0"/>
            </a:endParaRPr>
          </a:p>
          <a:p>
            <a:r>
              <a:rPr kumimoji="0" lang="zh-CN" altLang="en-US" sz="1400" b="1" i="0" u="none" strike="noStrike" kern="1200" cap="none" spc="0" normalizeH="0" baseline="0" noProof="0" dirty="0">
                <a:ln>
                  <a:noFill/>
                </a:ln>
                <a:solidFill>
                  <a:schemeClr val="tx1"/>
                </a:solidFill>
                <a:effectLst/>
                <a:uLnTx/>
                <a:uFillTx/>
                <a:latin typeface="Times New Roman" panose="02020603050405020304" charset="0"/>
                <a:ea typeface="楷体" panose="02010609060101010101" charset="-122"/>
                <a:cs typeface="Times New Roman" panose="02020603050405020304" charset="0"/>
              </a:rPr>
              <a:t>LOOP LDR R3, R2, X0</a:t>
            </a:r>
            <a:endParaRPr kumimoji="0" lang="zh-CN" altLang="en-US" sz="1400" b="1" i="0" u="none" strike="noStrike" kern="1200" cap="none" spc="0" normalizeH="0" baseline="0" noProof="0" dirty="0">
              <a:ln>
                <a:noFill/>
              </a:ln>
              <a:solidFill>
                <a:schemeClr val="tx1"/>
              </a:solidFill>
              <a:effectLst/>
              <a:uLnTx/>
              <a:uFillTx/>
              <a:latin typeface="Times New Roman" panose="02020603050405020304" charset="0"/>
              <a:ea typeface="楷体" panose="02010609060101010101" charset="-122"/>
              <a:cs typeface="Times New Roman" panose="02020603050405020304" charset="0"/>
            </a:endParaRPr>
          </a:p>
          <a:p>
            <a:r>
              <a:rPr kumimoji="0" lang="zh-CN" altLang="en-US" sz="1400" b="1" i="0" u="none" strike="noStrike" kern="1200" cap="none" spc="0" normalizeH="0" baseline="0" noProof="0" dirty="0">
                <a:ln>
                  <a:noFill/>
                </a:ln>
                <a:solidFill>
                  <a:schemeClr val="tx1"/>
                </a:solidFill>
                <a:effectLst/>
                <a:uLnTx/>
                <a:uFillTx/>
                <a:latin typeface="Times New Roman" panose="02020603050405020304" charset="0"/>
                <a:ea typeface="楷体" panose="02010609060101010101" charset="-122"/>
                <a:cs typeface="Times New Roman" panose="02020603050405020304" charset="0"/>
              </a:rPr>
              <a:t>ADD R2,R2,x1</a:t>
            </a:r>
            <a:endParaRPr kumimoji="0" lang="zh-CN" altLang="en-US" sz="1400" b="1" i="0" u="none" strike="noStrike" kern="1200" cap="none" spc="0" normalizeH="0" baseline="0" noProof="0" dirty="0">
              <a:ln>
                <a:noFill/>
              </a:ln>
              <a:solidFill>
                <a:schemeClr val="tx1"/>
              </a:solidFill>
              <a:effectLst/>
              <a:uLnTx/>
              <a:uFillTx/>
              <a:latin typeface="Times New Roman" panose="02020603050405020304" charset="0"/>
              <a:ea typeface="楷体" panose="02010609060101010101" charset="-122"/>
              <a:cs typeface="Times New Roman" panose="02020603050405020304" charset="0"/>
            </a:endParaRPr>
          </a:p>
          <a:p>
            <a:r>
              <a:rPr kumimoji="0" lang="zh-CN" altLang="en-US" sz="1400" b="1" i="0" u="none" strike="noStrike" kern="1200" cap="none" spc="0" normalizeH="0" baseline="0" noProof="0" dirty="0">
                <a:ln>
                  <a:noFill/>
                </a:ln>
                <a:solidFill>
                  <a:schemeClr val="tx1"/>
                </a:solidFill>
                <a:effectLst/>
                <a:uLnTx/>
                <a:uFillTx/>
                <a:latin typeface="Times New Roman" panose="02020603050405020304" charset="0"/>
                <a:ea typeface="楷体" panose="02010609060101010101" charset="-122"/>
                <a:cs typeface="Times New Roman" panose="02020603050405020304" charset="0"/>
              </a:rPr>
              <a:t>ADD R1,R1,R3</a:t>
            </a:r>
            <a:endParaRPr kumimoji="0" lang="zh-CN" altLang="en-US" sz="1400" b="1" i="0" u="none" strike="noStrike" kern="1200" cap="none" spc="0" normalizeH="0" baseline="0" noProof="0" dirty="0">
              <a:ln>
                <a:noFill/>
              </a:ln>
              <a:solidFill>
                <a:schemeClr val="tx1"/>
              </a:solidFill>
              <a:effectLst/>
              <a:uLnTx/>
              <a:uFillTx/>
              <a:latin typeface="Times New Roman" panose="02020603050405020304" charset="0"/>
              <a:ea typeface="楷体" panose="02010609060101010101" charset="-122"/>
              <a:cs typeface="Times New Roman" panose="02020603050405020304" charset="0"/>
            </a:endParaRPr>
          </a:p>
          <a:p>
            <a:r>
              <a:rPr kumimoji="0" lang="zh-CN" altLang="en-US" sz="1400" b="1" i="0" u="none" strike="noStrike" kern="1200" cap="none" spc="0" normalizeH="0" baseline="0" noProof="0" dirty="0">
                <a:ln>
                  <a:noFill/>
                </a:ln>
                <a:solidFill>
                  <a:schemeClr val="tx1"/>
                </a:solidFill>
                <a:effectLst/>
                <a:uLnTx/>
                <a:uFillTx/>
                <a:latin typeface="Times New Roman" panose="02020603050405020304" charset="0"/>
                <a:ea typeface="楷体" panose="02010609060101010101" charset="-122"/>
                <a:cs typeface="Times New Roman" panose="02020603050405020304" charset="0"/>
              </a:rPr>
              <a:t>ADD R4,R4,x-1 </a:t>
            </a:r>
            <a:endParaRPr kumimoji="0" lang="zh-CN" altLang="en-US" sz="1400" b="1" i="0" u="none" strike="noStrike" kern="1200" cap="none" spc="0" normalizeH="0" baseline="0" noProof="0" dirty="0">
              <a:ln>
                <a:noFill/>
              </a:ln>
              <a:solidFill>
                <a:schemeClr val="tx1"/>
              </a:solidFill>
              <a:effectLst/>
              <a:uLnTx/>
              <a:uFillTx/>
              <a:latin typeface="Times New Roman" panose="02020603050405020304" charset="0"/>
              <a:ea typeface="楷体" panose="02010609060101010101" charset="-122"/>
              <a:cs typeface="Times New Roman" panose="02020603050405020304" charset="0"/>
            </a:endParaRPr>
          </a:p>
          <a:p>
            <a:r>
              <a:rPr kumimoji="0" lang="zh-CN" altLang="en-US" sz="1400" b="1" i="0" u="none" strike="noStrike" kern="1200" cap="none" spc="0" normalizeH="0" baseline="0" noProof="0" dirty="0">
                <a:ln>
                  <a:noFill/>
                </a:ln>
                <a:solidFill>
                  <a:schemeClr val="tx1"/>
                </a:solidFill>
                <a:effectLst/>
                <a:uLnTx/>
                <a:uFillTx/>
                <a:latin typeface="Times New Roman" panose="02020603050405020304" charset="0"/>
                <a:ea typeface="楷体" panose="02010609060101010101" charset="-122"/>
                <a:cs typeface="Times New Roman" panose="02020603050405020304" charset="0"/>
              </a:rPr>
              <a:t>BRp LOOP</a:t>
            </a:r>
            <a:endParaRPr kumimoji="0" lang="zh-CN" altLang="en-US" sz="1400" b="1" i="0" u="none" strike="noStrike" kern="1200" cap="none" spc="0" normalizeH="0" baseline="0" noProof="0" dirty="0">
              <a:ln>
                <a:noFill/>
              </a:ln>
              <a:solidFill>
                <a:schemeClr val="tx1"/>
              </a:solidFill>
              <a:effectLst/>
              <a:uLnTx/>
              <a:uFillTx/>
              <a:latin typeface="Times New Roman" panose="02020603050405020304" charset="0"/>
              <a:ea typeface="楷体" panose="02010609060101010101" charset="-122"/>
              <a:cs typeface="Times New Roman" panose="02020603050405020304" charset="0"/>
            </a:endParaRPr>
          </a:p>
          <a:p>
            <a:r>
              <a:rPr kumimoji="0" lang="zh-CN" altLang="en-US" sz="1400" b="1" i="0" u="none" strike="noStrike" kern="1200" cap="none" spc="0" normalizeH="0" baseline="0" noProof="0" dirty="0">
                <a:ln>
                  <a:noFill/>
                </a:ln>
                <a:solidFill>
                  <a:schemeClr val="tx1"/>
                </a:solidFill>
                <a:effectLst/>
                <a:uLnTx/>
                <a:uFillTx/>
                <a:latin typeface="Times New Roman" panose="02020603050405020304" charset="0"/>
                <a:ea typeface="楷体" panose="02010609060101010101" charset="-122"/>
                <a:cs typeface="Times New Roman" panose="02020603050405020304" charset="0"/>
              </a:rPr>
              <a:t>HALT</a:t>
            </a:r>
            <a:endParaRPr kumimoji="0" lang="zh-CN" altLang="en-US" sz="1400" b="1" i="0" u="none" strike="noStrike" kern="1200" cap="none" spc="0" normalizeH="0" baseline="0" noProof="0" dirty="0">
              <a:ln>
                <a:noFill/>
              </a:ln>
              <a:solidFill>
                <a:schemeClr val="tx1"/>
              </a:solidFill>
              <a:effectLst/>
              <a:uLnTx/>
              <a:uFillTx/>
              <a:latin typeface="Times New Roman" panose="02020603050405020304" charset="0"/>
              <a:ea typeface="楷体" panose="02010609060101010101" charset="-122"/>
              <a:cs typeface="Times New Roman" panose="02020603050405020304" charset="0"/>
            </a:endParaRPr>
          </a:p>
          <a:p>
            <a:r>
              <a:rPr kumimoji="0" lang="zh-CN" altLang="en-US" sz="1400" b="1" i="0" u="none" strike="noStrike" kern="1200" cap="none" spc="0" normalizeH="0" baseline="0" noProof="0" dirty="0">
                <a:ln>
                  <a:noFill/>
                </a:ln>
                <a:solidFill>
                  <a:schemeClr val="tx1"/>
                </a:solidFill>
                <a:effectLst/>
                <a:uLnTx/>
                <a:uFillTx/>
                <a:latin typeface="Times New Roman" panose="02020603050405020304" charset="0"/>
                <a:ea typeface="楷体" panose="02010609060101010101" charset="-122"/>
                <a:cs typeface="Times New Roman" panose="02020603050405020304" charset="0"/>
              </a:rPr>
              <a:t>.END</a:t>
            </a:r>
            <a:endParaRPr kumimoji="0" lang="zh-CN" altLang="en-US" sz="1400" b="1" i="0" u="none" strike="noStrike" kern="1200" cap="none" spc="0" normalizeH="0" baseline="0" noProof="0" dirty="0">
              <a:ln>
                <a:noFill/>
              </a:ln>
              <a:solidFill>
                <a:schemeClr val="tx1"/>
              </a:solidFill>
              <a:effectLst/>
              <a:uLnTx/>
              <a:uFillTx/>
              <a:latin typeface="Times New Roman" panose="02020603050405020304" charset="0"/>
              <a:ea typeface="楷体" panose="02010609060101010101" charset="-122"/>
              <a:cs typeface="Times New Roman" panose="02020603050405020304" charset="0"/>
            </a:endParaRPr>
          </a:p>
        </p:txBody>
      </p:sp>
      <p:pic>
        <p:nvPicPr>
          <p:cNvPr id="352258" name="Picture 2"/>
          <p:cNvPicPr>
            <a:picLocks noChangeAspect="1" noChangeArrowheads="1"/>
          </p:cNvPicPr>
          <p:nvPr/>
        </p:nvPicPr>
        <p:blipFill>
          <a:blip r:embed="rId1" cstate="print"/>
          <a:srcRect/>
          <a:stretch>
            <a:fillRect/>
          </a:stretch>
        </p:blipFill>
        <p:spPr bwMode="auto">
          <a:xfrm>
            <a:off x="4860290" y="3933190"/>
            <a:ext cx="3029585" cy="254127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23781" y="1053495"/>
            <a:ext cx="8229600" cy="867552"/>
          </a:xfrm>
        </p:spPr>
        <p:txBody>
          <a:bodyPr>
            <a:normAutofit fontScale="92500" lnSpcReduction="10000"/>
          </a:bodyPr>
          <a:lstStyle/>
          <a:p>
            <a:r>
              <a:rPr lang="zh-CN" altLang="en-US" dirty="0" smtClean="0"/>
              <a:t> </a:t>
            </a:r>
            <a:r>
              <a:rPr lang="zh-CN" altLang="en-US" dirty="0" smtClean="0">
                <a:latin typeface="Times New Roman" panose="02020603050405020304" charset="0"/>
                <a:ea typeface="楷体" panose="02010609060101010101" charset="-122"/>
                <a:cs typeface="Times New Roman" panose="02020603050405020304" charset="0"/>
              </a:rPr>
              <a:t>运行安装目录下的</a:t>
            </a:r>
            <a:r>
              <a:rPr lang="en-US" altLang="zh-CN" dirty="0" smtClean="0">
                <a:latin typeface="Times New Roman" panose="02020603050405020304" charset="0"/>
                <a:ea typeface="楷体" panose="02010609060101010101" charset="-122"/>
                <a:cs typeface="Times New Roman" panose="02020603050405020304" charset="0"/>
              </a:rPr>
              <a:t>Simulate.exe</a:t>
            </a:r>
            <a:r>
              <a:rPr lang="zh-CN" altLang="en-US" dirty="0" smtClean="0">
                <a:latin typeface="Times New Roman" panose="02020603050405020304" charset="0"/>
                <a:ea typeface="楷体" panose="02010609060101010101" charset="-122"/>
                <a:cs typeface="Times New Roman" panose="02020603050405020304" charset="0"/>
              </a:rPr>
              <a:t>文件，出现主窗口和</a:t>
            </a:r>
            <a:r>
              <a:rPr lang="en-US" altLang="zh-CN" dirty="0" smtClean="0">
                <a:latin typeface="Times New Roman" panose="02020603050405020304" charset="0"/>
                <a:ea typeface="楷体" panose="02010609060101010101" charset="-122"/>
                <a:cs typeface="Times New Roman" panose="02020603050405020304" charset="0"/>
              </a:rPr>
              <a:t>console </a:t>
            </a:r>
            <a:r>
              <a:rPr lang="zh-CN" altLang="en-US" dirty="0" smtClean="0">
                <a:latin typeface="Times New Roman" panose="02020603050405020304" charset="0"/>
                <a:ea typeface="楷体" panose="02010609060101010101" charset="-122"/>
                <a:cs typeface="Times New Roman" panose="02020603050405020304" charset="0"/>
              </a:rPr>
              <a:t>窗口（</a:t>
            </a:r>
            <a:r>
              <a:rPr lang="en-US" altLang="zh-CN" dirty="0" smtClean="0">
                <a:latin typeface="Times New Roman" panose="02020603050405020304" charset="0"/>
                <a:ea typeface="楷体" panose="02010609060101010101" charset="-122"/>
                <a:cs typeface="Times New Roman" panose="02020603050405020304" charset="0"/>
              </a:rPr>
              <a:t> console </a:t>
            </a:r>
            <a:r>
              <a:rPr lang="zh-CN" altLang="en-US" dirty="0" smtClean="0">
                <a:latin typeface="Times New Roman" panose="02020603050405020304" charset="0"/>
                <a:ea typeface="楷体" panose="02010609060101010101" charset="-122"/>
                <a:cs typeface="Times New Roman" panose="02020603050405020304" charset="0"/>
              </a:rPr>
              <a:t>用于模拟输入和输出设备）</a:t>
            </a:r>
            <a:endParaRPr lang="zh-CN" altLang="en-US" dirty="0" smtClean="0"/>
          </a:p>
          <a:p>
            <a:endParaRPr lang="zh-CN" altLang="en-US" dirty="0"/>
          </a:p>
        </p:txBody>
      </p:sp>
      <p:sp>
        <p:nvSpPr>
          <p:cNvPr id="3" name="标题 2"/>
          <p:cNvSpPr>
            <a:spLocks noGrp="1"/>
          </p:cNvSpPr>
          <p:nvPr>
            <p:ph type="title"/>
          </p:nvPr>
        </p:nvSpPr>
        <p:spPr>
          <a:xfrm>
            <a:off x="241935" y="59373"/>
            <a:ext cx="8229600" cy="1143000"/>
          </a:xfrm>
        </p:spPr>
        <p:txBody>
          <a:bodyPr/>
          <a:lstStyle/>
          <a:p>
            <a:r>
              <a:rPr lang="en-US" altLang="zh-CN" dirty="0" smtClean="0">
                <a:latin typeface="Times New Roman" panose="02020603050405020304" charset="0"/>
                <a:ea typeface="楷体" panose="02010609060101010101" charset="-122"/>
                <a:cs typeface="Times New Roman" panose="02020603050405020304" charset="0"/>
              </a:rPr>
              <a:t>LC-3 Simulator</a:t>
            </a:r>
            <a:r>
              <a:rPr lang="zh-CN" altLang="en-US" dirty="0" smtClean="0">
                <a:latin typeface="Times New Roman" panose="02020603050405020304" charset="0"/>
                <a:ea typeface="楷体" panose="02010609060101010101" charset="-122"/>
                <a:cs typeface="Times New Roman" panose="02020603050405020304" charset="0"/>
              </a:rPr>
              <a:t>：代码执行</a:t>
            </a:r>
            <a:endParaRPr lang="zh-CN" altLang="en-US" dirty="0">
              <a:latin typeface="Times New Roman" panose="02020603050405020304" charset="0"/>
              <a:ea typeface="楷体" panose="02010609060101010101" charset="-122"/>
              <a:cs typeface="Times New Roman" panose="02020603050405020304" charset="0"/>
            </a:endParaRPr>
          </a:p>
        </p:txBody>
      </p:sp>
      <p:pic>
        <p:nvPicPr>
          <p:cNvPr id="353282" name="Picture 2"/>
          <p:cNvPicPr>
            <a:picLocks noChangeAspect="1" noChangeArrowheads="1"/>
          </p:cNvPicPr>
          <p:nvPr/>
        </p:nvPicPr>
        <p:blipFill>
          <a:blip r:embed="rId1" cstate="print"/>
          <a:srcRect/>
          <a:stretch>
            <a:fillRect/>
          </a:stretch>
        </p:blipFill>
        <p:spPr bwMode="auto">
          <a:xfrm>
            <a:off x="179512" y="1917844"/>
            <a:ext cx="5077555" cy="4392488"/>
          </a:xfrm>
          <a:prstGeom prst="rect">
            <a:avLst/>
          </a:prstGeom>
          <a:noFill/>
          <a:ln w="9525">
            <a:noFill/>
            <a:miter lim="800000"/>
            <a:headEnd/>
            <a:tailEnd/>
          </a:ln>
        </p:spPr>
      </p:pic>
      <p:pic>
        <p:nvPicPr>
          <p:cNvPr id="353283" name="Picture 3"/>
          <p:cNvPicPr>
            <a:picLocks noChangeAspect="1" noChangeArrowheads="1"/>
          </p:cNvPicPr>
          <p:nvPr/>
        </p:nvPicPr>
        <p:blipFill>
          <a:blip r:embed="rId2" cstate="print"/>
          <a:srcRect/>
          <a:stretch>
            <a:fillRect/>
          </a:stretch>
        </p:blipFill>
        <p:spPr bwMode="auto">
          <a:xfrm>
            <a:off x="5436096" y="2565663"/>
            <a:ext cx="3528392" cy="2445541"/>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481328"/>
            <a:ext cx="2674640" cy="4539960"/>
          </a:xfrm>
        </p:spPr>
        <p:txBody>
          <a:bodyPr/>
          <a:lstStyle/>
          <a:p>
            <a:r>
              <a:rPr lang="zh-CN" altLang="en-US" dirty="0" smtClean="0">
                <a:latin typeface="Times New Roman" panose="02020603050405020304" charset="0"/>
                <a:ea typeface="楷体" panose="02010609060101010101" charset="-122"/>
                <a:cs typeface="Times New Roman" panose="02020603050405020304" charset="0"/>
              </a:rPr>
              <a:t>三个区域</a:t>
            </a:r>
            <a:endParaRPr lang="en-US" altLang="zh-CN" dirty="0" smtClean="0">
              <a:latin typeface="Times New Roman" panose="02020603050405020304" charset="0"/>
              <a:ea typeface="楷体" panose="02010609060101010101" charset="-122"/>
              <a:cs typeface="Times New Roman" panose="02020603050405020304" charset="0"/>
            </a:endParaRPr>
          </a:p>
          <a:p>
            <a:pPr>
              <a:buNone/>
            </a:pPr>
            <a:r>
              <a:rPr lang="en-US" altLang="zh-CN" dirty="0" smtClean="0">
                <a:latin typeface="Times New Roman" panose="02020603050405020304" charset="0"/>
                <a:ea typeface="楷体" panose="02010609060101010101" charset="-122"/>
                <a:cs typeface="Times New Roman" panose="02020603050405020304" charset="0"/>
              </a:rPr>
              <a:t>A :</a:t>
            </a:r>
            <a:r>
              <a:rPr lang="zh-CN" altLang="en-US" dirty="0" smtClean="0">
                <a:latin typeface="Times New Roman" panose="02020603050405020304" charset="0"/>
                <a:ea typeface="楷体" panose="02010609060101010101" charset="-122"/>
                <a:cs typeface="Times New Roman" panose="02020603050405020304" charset="0"/>
              </a:rPr>
              <a:t>寄存器</a:t>
            </a:r>
            <a:endParaRPr lang="en-US" altLang="zh-CN" dirty="0" smtClean="0">
              <a:latin typeface="Times New Roman" panose="02020603050405020304" charset="0"/>
              <a:ea typeface="楷体" panose="02010609060101010101" charset="-122"/>
              <a:cs typeface="Times New Roman" panose="02020603050405020304" charset="0"/>
            </a:endParaRPr>
          </a:p>
          <a:p>
            <a:pPr>
              <a:buNone/>
            </a:pPr>
            <a:r>
              <a:rPr lang="en-US" altLang="zh-CN" dirty="0" smtClean="0">
                <a:latin typeface="Times New Roman" panose="02020603050405020304" charset="0"/>
                <a:ea typeface="楷体" panose="02010609060101010101" charset="-122"/>
                <a:cs typeface="Times New Roman" panose="02020603050405020304" charset="0"/>
              </a:rPr>
              <a:t>B : </a:t>
            </a:r>
            <a:r>
              <a:rPr lang="zh-CN" altLang="en-US" dirty="0" smtClean="0">
                <a:latin typeface="Times New Roman" panose="02020603050405020304" charset="0"/>
                <a:ea typeface="楷体" panose="02010609060101010101" charset="-122"/>
                <a:cs typeface="Times New Roman" panose="02020603050405020304" charset="0"/>
              </a:rPr>
              <a:t>机器状态</a:t>
            </a:r>
            <a:endParaRPr lang="en-US" altLang="zh-CN" dirty="0" smtClean="0">
              <a:latin typeface="Times New Roman" panose="02020603050405020304" charset="0"/>
              <a:ea typeface="楷体" panose="02010609060101010101" charset="-122"/>
              <a:cs typeface="Times New Roman" panose="02020603050405020304" charset="0"/>
            </a:endParaRPr>
          </a:p>
          <a:p>
            <a:pPr>
              <a:buNone/>
            </a:pPr>
            <a:r>
              <a:rPr lang="en-US" altLang="zh-CN" dirty="0" smtClean="0">
                <a:latin typeface="Times New Roman" panose="02020603050405020304" charset="0"/>
                <a:ea typeface="楷体" panose="02010609060101010101" charset="-122"/>
                <a:cs typeface="Times New Roman" panose="02020603050405020304" charset="0"/>
              </a:rPr>
              <a:t>C: Memory.</a:t>
            </a:r>
            <a:endParaRPr lang="en-US" altLang="zh-CN" dirty="0" smtClean="0">
              <a:latin typeface="Times New Roman" panose="02020603050405020304" charset="0"/>
              <a:ea typeface="楷体" panose="02010609060101010101" charset="-122"/>
              <a:cs typeface="Times New Roman" panose="02020603050405020304" charset="0"/>
            </a:endParaRPr>
          </a:p>
          <a:p>
            <a:pPr>
              <a:buNone/>
            </a:pPr>
            <a:r>
              <a:rPr lang="en-US" altLang="zh-CN" dirty="0" smtClean="0">
                <a:latin typeface="Times New Roman" panose="02020603050405020304" charset="0"/>
                <a:ea typeface="楷体" panose="02010609060101010101" charset="-122"/>
                <a:cs typeface="Times New Roman" panose="02020603050405020304" charset="0"/>
              </a:rPr>
              <a:t>  </a:t>
            </a:r>
            <a:r>
              <a:rPr lang="zh-CN" altLang="en-US" dirty="0" smtClean="0">
                <a:latin typeface="Times New Roman" panose="02020603050405020304" charset="0"/>
                <a:ea typeface="楷体" panose="02010609060101010101" charset="-122"/>
                <a:cs typeface="Times New Roman" panose="02020603050405020304" charset="0"/>
              </a:rPr>
              <a:t>程序代码的起始地址一般为</a:t>
            </a:r>
            <a:r>
              <a:rPr lang="en-US" altLang="zh-CN" dirty="0" smtClean="0">
                <a:latin typeface="Times New Roman" panose="02020603050405020304" charset="0"/>
                <a:ea typeface="楷体" panose="02010609060101010101" charset="-122"/>
                <a:cs typeface="Times New Roman" panose="02020603050405020304" charset="0"/>
              </a:rPr>
              <a:t>X3000</a:t>
            </a:r>
            <a:endParaRPr lang="zh-CN" altLang="en-US" dirty="0">
              <a:latin typeface="Times New Roman" panose="02020603050405020304" charset="0"/>
              <a:ea typeface="楷体" panose="02010609060101010101" charset="-122"/>
              <a:cs typeface="Times New Roman" panose="02020603050405020304" charset="0"/>
            </a:endParaRPr>
          </a:p>
        </p:txBody>
      </p:sp>
      <p:sp>
        <p:nvSpPr>
          <p:cNvPr id="3" name="标题 2"/>
          <p:cNvSpPr>
            <a:spLocks noGrp="1"/>
          </p:cNvSpPr>
          <p:nvPr>
            <p:ph type="title"/>
          </p:nvPr>
        </p:nvSpPr>
        <p:spPr/>
        <p:txBody>
          <a:bodyPr/>
          <a:lstStyle/>
          <a:p>
            <a:r>
              <a:rPr lang="en-US" altLang="zh-CN" dirty="0" smtClean="0">
                <a:latin typeface="Times New Roman" panose="02020603050405020304" charset="0"/>
                <a:ea typeface="楷体" panose="02010609060101010101" charset="-122"/>
                <a:cs typeface="Times New Roman" panose="02020603050405020304" charset="0"/>
              </a:rPr>
              <a:t>LC-3 Simulator</a:t>
            </a:r>
            <a:r>
              <a:rPr lang="zh-CN" altLang="en-US" dirty="0" smtClean="0">
                <a:latin typeface="Times New Roman" panose="02020603050405020304" charset="0"/>
                <a:ea typeface="楷体" panose="02010609060101010101" charset="-122"/>
                <a:cs typeface="Times New Roman" panose="02020603050405020304" charset="0"/>
              </a:rPr>
              <a:t>：代码执行</a:t>
            </a:r>
            <a:endParaRPr lang="zh-CN" altLang="en-US" dirty="0">
              <a:latin typeface="Times New Roman" panose="02020603050405020304" charset="0"/>
              <a:ea typeface="楷体" panose="02010609060101010101" charset="-122"/>
              <a:cs typeface="Times New Roman" panose="02020603050405020304" charset="0"/>
            </a:endParaRPr>
          </a:p>
        </p:txBody>
      </p:sp>
      <p:pic>
        <p:nvPicPr>
          <p:cNvPr id="354307" name="Picture 3"/>
          <p:cNvPicPr>
            <a:picLocks noChangeAspect="1" noChangeArrowheads="1"/>
          </p:cNvPicPr>
          <p:nvPr/>
        </p:nvPicPr>
        <p:blipFill>
          <a:blip r:embed="rId1" cstate="print"/>
          <a:srcRect/>
          <a:stretch>
            <a:fillRect/>
          </a:stretch>
        </p:blipFill>
        <p:spPr bwMode="auto">
          <a:xfrm>
            <a:off x="3347864" y="1412776"/>
            <a:ext cx="5705148" cy="489654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481455"/>
            <a:ext cx="8229600" cy="2134870"/>
          </a:xfrm>
        </p:spPr>
        <p:txBody>
          <a:bodyPr>
            <a:normAutofit lnSpcReduction="20000"/>
          </a:bodyPr>
          <a:lstStyle/>
          <a:p>
            <a:r>
              <a:rPr lang="zh-CN" altLang="en-US" dirty="0" smtClean="0">
                <a:latin typeface="Times New Roman" panose="02020603050405020304" charset="0"/>
                <a:ea typeface="楷体" panose="02010609060101010101" charset="-122"/>
                <a:cs typeface="Times New Roman" panose="02020603050405020304" charset="0"/>
              </a:rPr>
              <a:t>演示</a:t>
            </a:r>
            <a:r>
              <a:rPr lang="en-US" altLang="zh-CN" dirty="0" smtClean="0">
                <a:latin typeface="Times New Roman" panose="02020603050405020304" charset="0"/>
                <a:ea typeface="楷体" panose="02010609060101010101" charset="-122"/>
                <a:cs typeface="Times New Roman" panose="02020603050405020304" charset="0"/>
              </a:rPr>
              <a:t>ex3.obj</a:t>
            </a:r>
            <a:r>
              <a:rPr lang="zh-CN" altLang="en-US" dirty="0" smtClean="0">
                <a:latin typeface="Times New Roman" panose="02020603050405020304" charset="0"/>
                <a:ea typeface="楷体" panose="02010609060101010101" charset="-122"/>
                <a:cs typeface="Times New Roman" panose="02020603050405020304" charset="0"/>
              </a:rPr>
              <a:t>的运行</a:t>
            </a:r>
            <a:endParaRPr lang="en-US" altLang="zh-CN" dirty="0" smtClean="0">
              <a:latin typeface="Times New Roman" panose="02020603050405020304" charset="0"/>
              <a:ea typeface="楷体" panose="02010609060101010101" charset="-122"/>
              <a:cs typeface="Times New Roman" panose="02020603050405020304" charset="0"/>
            </a:endParaRPr>
          </a:p>
          <a:p>
            <a:r>
              <a:rPr lang="zh-CN" altLang="en-US" dirty="0" smtClean="0">
                <a:latin typeface="Times New Roman" panose="02020603050405020304" charset="0"/>
                <a:ea typeface="楷体" panose="02010609060101010101" charset="-122"/>
                <a:cs typeface="Times New Roman" panose="02020603050405020304" charset="0"/>
              </a:rPr>
              <a:t>调试方法：单步执行，观察寄存器值的变化</a:t>
            </a:r>
            <a:endParaRPr lang="en-US" altLang="zh-CN" dirty="0" smtClean="0">
              <a:latin typeface="Times New Roman" panose="02020603050405020304" charset="0"/>
              <a:ea typeface="楷体" panose="02010609060101010101" charset="-122"/>
              <a:cs typeface="Times New Roman" panose="02020603050405020304" charset="0"/>
            </a:endParaRPr>
          </a:p>
          <a:p>
            <a:pPr>
              <a:buNone/>
            </a:pPr>
            <a:r>
              <a:rPr lang="zh-CN" altLang="en-US" dirty="0" smtClean="0">
                <a:latin typeface="Times New Roman" panose="02020603050405020304" charset="0"/>
                <a:ea typeface="楷体" panose="02010609060101010101" charset="-122"/>
                <a:cs typeface="Times New Roman" panose="02020603050405020304" charset="0"/>
              </a:rPr>
              <a:t>  </a:t>
            </a:r>
            <a:r>
              <a:rPr lang="en-US" altLang="zh-CN" dirty="0" smtClean="0">
                <a:latin typeface="Times New Roman" panose="02020603050405020304" charset="0"/>
                <a:ea typeface="楷体" panose="02010609060101010101" charset="-122"/>
                <a:cs typeface="Times New Roman" panose="02020603050405020304" charset="0"/>
              </a:rPr>
              <a:t>Step over /step into /step out</a:t>
            </a:r>
            <a:endParaRPr lang="en-US" altLang="zh-CN" dirty="0" smtClean="0">
              <a:latin typeface="Times New Roman" panose="02020603050405020304" charset="0"/>
              <a:ea typeface="楷体" panose="02010609060101010101" charset="-122"/>
              <a:cs typeface="Times New Roman" panose="02020603050405020304" charset="0"/>
            </a:endParaRPr>
          </a:p>
          <a:p>
            <a:pPr>
              <a:buNone/>
            </a:pPr>
            <a:endParaRPr lang="en-US" altLang="zh-CN" dirty="0" smtClean="0"/>
          </a:p>
          <a:p>
            <a:pPr>
              <a:buNone/>
            </a:pPr>
            <a:r>
              <a:rPr lang="en-US" altLang="zh-CN" dirty="0" smtClean="0"/>
              <a:t>     </a:t>
            </a:r>
            <a:endParaRPr lang="zh-CN" altLang="en-US" dirty="0"/>
          </a:p>
        </p:txBody>
      </p:sp>
      <p:sp>
        <p:nvSpPr>
          <p:cNvPr id="3" name="标题 2"/>
          <p:cNvSpPr>
            <a:spLocks noGrp="1"/>
          </p:cNvSpPr>
          <p:nvPr>
            <p:ph type="title"/>
          </p:nvPr>
        </p:nvSpPr>
        <p:spPr/>
        <p:txBody>
          <a:bodyPr/>
          <a:lstStyle/>
          <a:p>
            <a:r>
              <a:rPr lang="zh-CN" altLang="en-US" dirty="0" smtClean="0">
                <a:latin typeface="Times New Roman" panose="02020603050405020304" charset="0"/>
                <a:ea typeface="楷体" panose="02010609060101010101" charset="-122"/>
                <a:cs typeface="Times New Roman" panose="02020603050405020304" charset="0"/>
              </a:rPr>
              <a:t>操作示范：运行</a:t>
            </a:r>
            <a:r>
              <a:rPr lang="en-US" altLang="zh-CN" dirty="0" smtClean="0">
                <a:latin typeface="Times New Roman" panose="02020603050405020304" charset="0"/>
                <a:ea typeface="楷体" panose="02010609060101010101" charset="-122"/>
                <a:cs typeface="Times New Roman" panose="02020603050405020304" charset="0"/>
              </a:rPr>
              <a:t>ex3.obj</a:t>
            </a:r>
            <a:endParaRPr lang="zh-CN" altLang="en-US" dirty="0">
              <a:latin typeface="Times New Roman" panose="02020603050405020304" charset="0"/>
              <a:ea typeface="楷体" panose="02010609060101010101" charset="-122"/>
              <a:cs typeface="Times New Roman" panose="02020603050405020304" charset="0"/>
            </a:endParaRPr>
          </a:p>
        </p:txBody>
      </p:sp>
    </p:spTree>
  </p:cSld>
  <p:clrMapOvr>
    <a:masterClrMapping/>
  </p:clrMapOvr>
</p:sld>
</file>

<file path=ppt/tags/tag1.xml><?xml version="1.0" encoding="utf-8"?>
<p:tagLst xmlns:p="http://schemas.openxmlformats.org/presentationml/2006/main">
  <p:tag name="commondata" val="eyJoZGlkIjoiMzMxYjExN2Y1ZGVhYjRlNWU0N2IwZjZlZmRjNWUyY2UifQ=="/>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Concourse</Template>
  <TotalTime>0</TotalTime>
  <Words>1767</Words>
  <Application>WPS 演示</Application>
  <PresentationFormat>全屏显示(4:3)</PresentationFormat>
  <Paragraphs>119</Paragraphs>
  <Slides>11</Slides>
  <Notes>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11</vt:i4>
      </vt:variant>
    </vt:vector>
  </HeadingPairs>
  <TitlesOfParts>
    <vt:vector size="29" baseType="lpstr">
      <vt:lpstr>Arial</vt:lpstr>
      <vt:lpstr>宋体</vt:lpstr>
      <vt:lpstr>Wingdings</vt:lpstr>
      <vt:lpstr>Wingdings 3</vt:lpstr>
      <vt:lpstr>Verdana</vt:lpstr>
      <vt:lpstr>Wingdings 2</vt:lpstr>
      <vt:lpstr>Calibri</vt:lpstr>
      <vt:lpstr>Times New Roman</vt:lpstr>
      <vt:lpstr>楷体</vt:lpstr>
      <vt:lpstr>Lucida Sans Unicode</vt:lpstr>
      <vt:lpstr>黑体</vt:lpstr>
      <vt:lpstr>微软雅黑</vt:lpstr>
      <vt:lpstr>Arial Unicode MS</vt:lpstr>
      <vt:lpstr>仿宋</vt:lpstr>
      <vt:lpstr>Yu Gothic UI Semibold</vt:lpstr>
      <vt:lpstr>SimSun-ExtG</vt:lpstr>
      <vt:lpstr>Sitka Small Semibold</vt:lpstr>
      <vt:lpstr>Concourse</vt:lpstr>
      <vt:lpstr>计算机系统 I </vt:lpstr>
      <vt:lpstr>试验要求</vt:lpstr>
      <vt:lpstr>LC-3 仿真软件介绍</vt:lpstr>
      <vt:lpstr>LC-3 仿真软件安装</vt:lpstr>
      <vt:lpstr> LC-3 Editor 使用</vt:lpstr>
      <vt:lpstr> LC-3 Editor 使用-二进制机器码</vt:lpstr>
      <vt:lpstr> LC-3 Editor 使用-16进制机器码</vt:lpstr>
      <vt:lpstr> LC-3 Editor 使用-汇编语言程序</vt:lpstr>
      <vt:lpstr>LC-3 Simulator：代码执行</vt:lpstr>
      <vt:lpstr>LC-3 Simulator：代码执行</vt:lpstr>
      <vt:lpstr>操作示范：运行ex3.obj</vt:lpstr>
    </vt:vector>
  </TitlesOfParts>
  <Company>USTC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Introduction   An Hong han@ustc.edu.cn</dc:title>
  <dc:creator>hanhwt</dc:creator>
  <cp:lastModifiedBy>企业用户_647375120</cp:lastModifiedBy>
  <cp:revision>409</cp:revision>
  <cp:lastPrinted>2113-01-01T00:00:00Z</cp:lastPrinted>
  <dcterms:created xsi:type="dcterms:W3CDTF">2012-09-03T16:09:00Z</dcterms:created>
  <dcterms:modified xsi:type="dcterms:W3CDTF">2025-04-10T00:32:41Z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KSOProductBuildVer">
    <vt:lpwstr>2052-12.1.0.20784</vt:lpwstr>
  </property>
  <property fmtid="{D5CDD505-2E9C-101B-9397-08002B2CF9AE}" pid="4" name="ICV">
    <vt:lpwstr>42CDF3B8B3224EB8B7A48E2240D69A0D_12</vt:lpwstr>
  </property>
</Properties>
</file>